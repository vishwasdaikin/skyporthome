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81" r:id="rId5"/>
    <p:sldMasterId id="2147483791" r:id="rId6"/>
  </p:sldMasterIdLst>
  <p:notesMasterIdLst>
    <p:notesMasterId r:id="rId25"/>
  </p:notesMasterIdLst>
  <p:handoutMasterIdLst>
    <p:handoutMasterId r:id="rId26"/>
  </p:handoutMasterIdLst>
  <p:sldIdLst>
    <p:sldId id="2147483629" r:id="rId7"/>
    <p:sldId id="2147483612" r:id="rId8"/>
    <p:sldId id="2147483599" r:id="rId9"/>
    <p:sldId id="2147483601" r:id="rId10"/>
    <p:sldId id="2147483603" r:id="rId11"/>
    <p:sldId id="2147483606" r:id="rId12"/>
    <p:sldId id="2147483605" r:id="rId13"/>
    <p:sldId id="2147483613" r:id="rId14"/>
    <p:sldId id="2147483609" r:id="rId15"/>
    <p:sldId id="2147483611" r:id="rId16"/>
    <p:sldId id="2147483615" r:id="rId17"/>
    <p:sldId id="2147483610" r:id="rId18"/>
    <p:sldId id="2147483616" r:id="rId19"/>
    <p:sldId id="2147483625" r:id="rId20"/>
    <p:sldId id="2147483626" r:id="rId21"/>
    <p:sldId id="2147483627" r:id="rId22"/>
    <p:sldId id="2147483628" r:id="rId23"/>
    <p:sldId id="2147483617" r:id="rId24"/>
  </p:sldIdLst>
  <p:sldSz cx="9144000" cy="6858000" type="screen4x3"/>
  <p:notesSz cx="7104063" cy="10234613"/>
  <p:custDataLst>
    <p:tags r:id="rId27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53D6F9A-8CF2-4F12-BF02-A31EC26BD1FB}">
          <p14:sldIdLst>
            <p14:sldId id="2147483629"/>
            <p14:sldId id="2147483612"/>
            <p14:sldId id="2147483599"/>
            <p14:sldId id="2147483601"/>
            <p14:sldId id="2147483603"/>
            <p14:sldId id="2147483606"/>
            <p14:sldId id="2147483605"/>
            <p14:sldId id="2147483613"/>
            <p14:sldId id="2147483609"/>
            <p14:sldId id="2147483611"/>
            <p14:sldId id="2147483615"/>
            <p14:sldId id="2147483610"/>
            <p14:sldId id="2147483616"/>
            <p14:sldId id="2147483625"/>
            <p14:sldId id="2147483626"/>
            <p14:sldId id="2147483627"/>
            <p14:sldId id="2147483628"/>
            <p14:sldId id="21474836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E1B731D-5EC1-0432-95C8-18E94B6ED359}" name="Murat Balta" initials="MB" userId="S::balta.m@bxl.daikineurope.com::8136be6c-180c-4970-97fc-f4209edcf61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hon Translation Center" initials="NTC" lastIdx="8" clrIdx="0">
    <p:extLst>
      <p:ext uri="{19B8F6BF-5375-455C-9EA6-DF929625EA0E}">
        <p15:presenceInfo xmlns:p15="http://schemas.microsoft.com/office/powerpoint/2012/main" userId="Nihon Translation Cent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7E0"/>
    <a:srgbClr val="000000"/>
    <a:srgbClr val="FFFFFF"/>
    <a:srgbClr val="25B6FF"/>
    <a:srgbClr val="B9CDE5"/>
    <a:srgbClr val="00CCFF"/>
    <a:srgbClr val="FF99FF"/>
    <a:srgbClr val="FF00FF"/>
    <a:srgbClr val="00FFFF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9075AC-5E6A-9C41-9708-445F57018047}" v="414" dt="2026-03-10T12:37:13.0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notesMaster" Target="notesMasters/notesMaster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ags" Target="tags/tag1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esan, Vish" userId="7c74552c-8e6f-49d0-82ec-0ea160036b60" providerId="ADAL" clId="{F251F04E-E8E2-5E65-8515-97C409D64E5E}"/>
    <pc:docChg chg="undo custSel addSld delSld modSld sldOrd modSection">
      <pc:chgData name="Ganesan, Vish" userId="7c74552c-8e6f-49d0-82ec-0ea160036b60" providerId="ADAL" clId="{F251F04E-E8E2-5E65-8515-97C409D64E5E}" dt="2026-03-10T12:39:08.472" v="10872" actId="2696"/>
      <pc:docMkLst>
        <pc:docMk/>
      </pc:docMkLst>
      <pc:sldChg chg="add del">
        <pc:chgData name="Ganesan, Vish" userId="7c74552c-8e6f-49d0-82ec-0ea160036b60" providerId="ADAL" clId="{F251F04E-E8E2-5E65-8515-97C409D64E5E}" dt="2026-03-06T00:08:01.701" v="5268" actId="2696"/>
        <pc:sldMkLst>
          <pc:docMk/>
          <pc:sldMk cId="11943271" sldId="2147481229"/>
        </pc:sldMkLst>
      </pc:sldChg>
      <pc:sldChg chg="del">
        <pc:chgData name="Ganesan, Vish" userId="7c74552c-8e6f-49d0-82ec-0ea160036b60" providerId="ADAL" clId="{F251F04E-E8E2-5E65-8515-97C409D64E5E}" dt="2026-02-19T16:31:48.105" v="67" actId="2696"/>
        <pc:sldMkLst>
          <pc:docMk/>
          <pc:sldMk cId="600783077" sldId="2147483557"/>
        </pc:sldMkLst>
      </pc:sldChg>
      <pc:sldChg chg="del">
        <pc:chgData name="Ganesan, Vish" userId="7c74552c-8e6f-49d0-82ec-0ea160036b60" providerId="ADAL" clId="{F251F04E-E8E2-5E65-8515-97C409D64E5E}" dt="2026-02-19T16:31:46.990" v="66" actId="2696"/>
        <pc:sldMkLst>
          <pc:docMk/>
          <pc:sldMk cId="1908381015" sldId="2147483558"/>
        </pc:sldMkLst>
      </pc:sldChg>
      <pc:sldChg chg="del">
        <pc:chgData name="Ganesan, Vish" userId="7c74552c-8e6f-49d0-82ec-0ea160036b60" providerId="ADAL" clId="{F251F04E-E8E2-5E65-8515-97C409D64E5E}" dt="2026-02-19T16:31:46.990" v="66" actId="2696"/>
        <pc:sldMkLst>
          <pc:docMk/>
          <pc:sldMk cId="3875025957" sldId="2147483559"/>
        </pc:sldMkLst>
      </pc:sldChg>
      <pc:sldChg chg="del">
        <pc:chgData name="Ganesan, Vish" userId="7c74552c-8e6f-49d0-82ec-0ea160036b60" providerId="ADAL" clId="{F251F04E-E8E2-5E65-8515-97C409D64E5E}" dt="2026-02-19T16:31:45.212" v="65" actId="2696"/>
        <pc:sldMkLst>
          <pc:docMk/>
          <pc:sldMk cId="1263096040" sldId="2147483584"/>
        </pc:sldMkLst>
      </pc:sldChg>
      <pc:sldChg chg="modSp del mod">
        <pc:chgData name="Ganesan, Vish" userId="7c74552c-8e6f-49d0-82ec-0ea160036b60" providerId="ADAL" clId="{F251F04E-E8E2-5E65-8515-97C409D64E5E}" dt="2026-02-19T16:31:51.499" v="69" actId="2696"/>
        <pc:sldMkLst>
          <pc:docMk/>
          <pc:sldMk cId="324396328" sldId="2147483589"/>
        </pc:sldMkLst>
      </pc:sldChg>
      <pc:sldChg chg="del">
        <pc:chgData name="Ganesan, Vish" userId="7c74552c-8e6f-49d0-82ec-0ea160036b60" providerId="ADAL" clId="{F251F04E-E8E2-5E65-8515-97C409D64E5E}" dt="2026-02-19T16:31:50.293" v="68" actId="2696"/>
        <pc:sldMkLst>
          <pc:docMk/>
          <pc:sldMk cId="2625709701" sldId="2147483590"/>
        </pc:sldMkLst>
      </pc:sldChg>
      <pc:sldChg chg="del">
        <pc:chgData name="Ganesan, Vish" userId="7c74552c-8e6f-49d0-82ec-0ea160036b60" providerId="ADAL" clId="{F251F04E-E8E2-5E65-8515-97C409D64E5E}" dt="2026-02-19T16:31:52.180" v="70" actId="2696"/>
        <pc:sldMkLst>
          <pc:docMk/>
          <pc:sldMk cId="1605922165" sldId="2147483592"/>
        </pc:sldMkLst>
      </pc:sldChg>
      <pc:sldChg chg="addSp delSp modSp del mod ord">
        <pc:chgData name="Ganesan, Vish" userId="7c74552c-8e6f-49d0-82ec-0ea160036b60" providerId="ADAL" clId="{F251F04E-E8E2-5E65-8515-97C409D64E5E}" dt="2026-03-04T20:01:26.656" v="2594" actId="2696"/>
        <pc:sldMkLst>
          <pc:docMk/>
          <pc:sldMk cId="1773137288" sldId="2147483593"/>
        </pc:sldMkLst>
      </pc:sldChg>
      <pc:sldChg chg="modSp add del mod">
        <pc:chgData name="Ganesan, Vish" userId="7c74552c-8e6f-49d0-82ec-0ea160036b60" providerId="ADAL" clId="{F251F04E-E8E2-5E65-8515-97C409D64E5E}" dt="2026-03-04T20:01:26.656" v="2594" actId="2696"/>
        <pc:sldMkLst>
          <pc:docMk/>
          <pc:sldMk cId="3099463844" sldId="2147483594"/>
        </pc:sldMkLst>
      </pc:sldChg>
      <pc:sldChg chg="addSp modSp add del mod ord">
        <pc:chgData name="Ganesan, Vish" userId="7c74552c-8e6f-49d0-82ec-0ea160036b60" providerId="ADAL" clId="{F251F04E-E8E2-5E65-8515-97C409D64E5E}" dt="2026-03-05T23:45:43.364" v="5072" actId="2696"/>
        <pc:sldMkLst>
          <pc:docMk/>
          <pc:sldMk cId="3269382873" sldId="2147483595"/>
        </pc:sldMkLst>
      </pc:sldChg>
      <pc:sldChg chg="addSp delSp modSp add del mod ord">
        <pc:chgData name="Ganesan, Vish" userId="7c74552c-8e6f-49d0-82ec-0ea160036b60" providerId="ADAL" clId="{F251F04E-E8E2-5E65-8515-97C409D64E5E}" dt="2026-03-04T20:01:26.656" v="2594" actId="2696"/>
        <pc:sldMkLst>
          <pc:docMk/>
          <pc:sldMk cId="2377292000" sldId="2147483596"/>
        </pc:sldMkLst>
      </pc:sldChg>
      <pc:sldChg chg="addSp delSp modSp add del mod ord">
        <pc:chgData name="Ganesan, Vish" userId="7c74552c-8e6f-49d0-82ec-0ea160036b60" providerId="ADAL" clId="{F251F04E-E8E2-5E65-8515-97C409D64E5E}" dt="2026-03-10T12:34:55.156" v="10861" actId="2696"/>
        <pc:sldMkLst>
          <pc:docMk/>
          <pc:sldMk cId="1256883184" sldId="2147483597"/>
        </pc:sldMkLst>
        <pc:spChg chg="mod">
          <ac:chgData name="Ganesan, Vish" userId="7c74552c-8e6f-49d0-82ec-0ea160036b60" providerId="ADAL" clId="{F251F04E-E8E2-5E65-8515-97C409D64E5E}" dt="2026-03-10T12:27:23.004" v="10813" actId="20577"/>
          <ac:spMkLst>
            <pc:docMk/>
            <pc:sldMk cId="1256883184" sldId="2147483597"/>
            <ac:spMk id="4" creationId="{9D6D3BFF-6EF3-89DC-0A98-A5036A31B785}"/>
          </ac:spMkLst>
        </pc:spChg>
      </pc:sldChg>
      <pc:sldChg chg="addSp delSp modSp add del mod">
        <pc:chgData name="Ganesan, Vish" userId="7c74552c-8e6f-49d0-82ec-0ea160036b60" providerId="ADAL" clId="{F251F04E-E8E2-5E65-8515-97C409D64E5E}" dt="2026-03-05T20:19:11.737" v="4500" actId="2696"/>
        <pc:sldMkLst>
          <pc:docMk/>
          <pc:sldMk cId="3671142795" sldId="2147483598"/>
        </pc:sldMkLst>
      </pc:sldChg>
      <pc:sldChg chg="addSp modSp add mod">
        <pc:chgData name="Ganesan, Vish" userId="7c74552c-8e6f-49d0-82ec-0ea160036b60" providerId="ADAL" clId="{F251F04E-E8E2-5E65-8515-97C409D64E5E}" dt="2026-03-10T00:13:23.472" v="8494" actId="6549"/>
        <pc:sldMkLst>
          <pc:docMk/>
          <pc:sldMk cId="1647165066" sldId="2147483599"/>
        </pc:sldMkLst>
        <pc:spChg chg="add mod">
          <ac:chgData name="Ganesan, Vish" userId="7c74552c-8e6f-49d0-82ec-0ea160036b60" providerId="ADAL" clId="{F251F04E-E8E2-5E65-8515-97C409D64E5E}" dt="2026-03-10T00:13:23.472" v="8494" actId="6549"/>
          <ac:spMkLst>
            <pc:docMk/>
            <pc:sldMk cId="1647165066" sldId="2147483599"/>
            <ac:spMk id="3" creationId="{E7F40FBC-C546-728C-FE96-3ED9FE752E09}"/>
          </ac:spMkLst>
        </pc:spChg>
        <pc:spChg chg="mod">
          <ac:chgData name="Ganesan, Vish" userId="7c74552c-8e6f-49d0-82ec-0ea160036b60" providerId="ADAL" clId="{F251F04E-E8E2-5E65-8515-97C409D64E5E}" dt="2026-03-05T19:44:53.297" v="4076" actId="2711"/>
          <ac:spMkLst>
            <pc:docMk/>
            <pc:sldMk cId="1647165066" sldId="2147483599"/>
            <ac:spMk id="4" creationId="{576B7446-8894-C39E-B070-4B75E24CAE37}"/>
          </ac:spMkLst>
        </pc:spChg>
        <pc:spChg chg="mod">
          <ac:chgData name="Ganesan, Vish" userId="7c74552c-8e6f-49d0-82ec-0ea160036b60" providerId="ADAL" clId="{F251F04E-E8E2-5E65-8515-97C409D64E5E}" dt="2026-03-10T00:05:12.062" v="8473" actId="20577"/>
          <ac:spMkLst>
            <pc:docMk/>
            <pc:sldMk cId="1647165066" sldId="2147483599"/>
            <ac:spMk id="5" creationId="{423C0494-7CDE-23C2-1E24-A85AB5AC2B5B}"/>
          </ac:spMkLst>
        </pc:spChg>
      </pc:sldChg>
      <pc:sldChg chg="delSp modSp add del mod">
        <pc:chgData name="Ganesan, Vish" userId="7c74552c-8e6f-49d0-82ec-0ea160036b60" providerId="ADAL" clId="{F251F04E-E8E2-5E65-8515-97C409D64E5E}" dt="2026-03-05T20:19:12.727" v="4501" actId="2696"/>
        <pc:sldMkLst>
          <pc:docMk/>
          <pc:sldMk cId="185197088" sldId="2147483600"/>
        </pc:sldMkLst>
      </pc:sldChg>
      <pc:sldChg chg="addSp delSp modSp add mod">
        <pc:chgData name="Ganesan, Vish" userId="7c74552c-8e6f-49d0-82ec-0ea160036b60" providerId="ADAL" clId="{F251F04E-E8E2-5E65-8515-97C409D64E5E}" dt="2026-03-10T11:33:58.182" v="10413" actId="20577"/>
        <pc:sldMkLst>
          <pc:docMk/>
          <pc:sldMk cId="4248566168" sldId="2147483601"/>
        </pc:sldMkLst>
        <pc:spChg chg="add mod">
          <ac:chgData name="Ganesan, Vish" userId="7c74552c-8e6f-49d0-82ec-0ea160036b60" providerId="ADAL" clId="{F251F04E-E8E2-5E65-8515-97C409D64E5E}" dt="2026-03-10T11:33:58.182" v="10413" actId="20577"/>
          <ac:spMkLst>
            <pc:docMk/>
            <pc:sldMk cId="4248566168" sldId="2147483601"/>
            <ac:spMk id="3" creationId="{E27F7BE2-201D-0EFB-B778-05D801CC7613}"/>
          </ac:spMkLst>
        </pc:spChg>
        <pc:spChg chg="mod">
          <ac:chgData name="Ganesan, Vish" userId="7c74552c-8e6f-49d0-82ec-0ea160036b60" providerId="ADAL" clId="{F251F04E-E8E2-5E65-8515-97C409D64E5E}" dt="2026-03-05T20:02:15.084" v="4224" actId="255"/>
          <ac:spMkLst>
            <pc:docMk/>
            <pc:sldMk cId="4248566168" sldId="2147483601"/>
            <ac:spMk id="4" creationId="{38356482-4B22-CCF8-B289-CC71755ED5D2}"/>
          </ac:spMkLst>
        </pc:spChg>
        <pc:spChg chg="mod">
          <ac:chgData name="Ganesan, Vish" userId="7c74552c-8e6f-49d0-82ec-0ea160036b60" providerId="ADAL" clId="{F251F04E-E8E2-5E65-8515-97C409D64E5E}" dt="2026-03-10T11:30:52.917" v="10338" actId="6549"/>
          <ac:spMkLst>
            <pc:docMk/>
            <pc:sldMk cId="4248566168" sldId="2147483601"/>
            <ac:spMk id="5" creationId="{33AE3335-F793-E9BE-DED3-B82C43BE80DC}"/>
          </ac:spMkLst>
        </pc:spChg>
        <pc:spChg chg="add del mod">
          <ac:chgData name="Ganesan, Vish" userId="7c74552c-8e6f-49d0-82ec-0ea160036b60" providerId="ADAL" clId="{F251F04E-E8E2-5E65-8515-97C409D64E5E}" dt="2026-03-09T20:54:57.017" v="8147"/>
          <ac:spMkLst>
            <pc:docMk/>
            <pc:sldMk cId="4248566168" sldId="2147483601"/>
            <ac:spMk id="6" creationId="{8335CAAA-0E28-F634-EAF5-56ED3A76BCE4}"/>
          </ac:spMkLst>
        </pc:spChg>
      </pc:sldChg>
      <pc:sldChg chg="addSp delSp modSp add del mod">
        <pc:chgData name="Ganesan, Vish" userId="7c74552c-8e6f-49d0-82ec-0ea160036b60" providerId="ADAL" clId="{F251F04E-E8E2-5E65-8515-97C409D64E5E}" dt="2026-03-05T20:19:13.512" v="4502" actId="2696"/>
        <pc:sldMkLst>
          <pc:docMk/>
          <pc:sldMk cId="1294835978" sldId="2147483602"/>
        </pc:sldMkLst>
      </pc:sldChg>
      <pc:sldChg chg="addSp modSp add mod">
        <pc:chgData name="Ganesan, Vish" userId="7c74552c-8e6f-49d0-82ec-0ea160036b60" providerId="ADAL" clId="{F251F04E-E8E2-5E65-8515-97C409D64E5E}" dt="2026-03-10T11:38:46.194" v="10512" actId="20577"/>
        <pc:sldMkLst>
          <pc:docMk/>
          <pc:sldMk cId="280544727" sldId="2147483603"/>
        </pc:sldMkLst>
        <pc:spChg chg="add mod">
          <ac:chgData name="Ganesan, Vish" userId="7c74552c-8e6f-49d0-82ec-0ea160036b60" providerId="ADAL" clId="{F251F04E-E8E2-5E65-8515-97C409D64E5E}" dt="2026-03-09T22:21:07.590" v="8234" actId="20577"/>
          <ac:spMkLst>
            <pc:docMk/>
            <pc:sldMk cId="280544727" sldId="2147483603"/>
            <ac:spMk id="3" creationId="{9DA3D276-F302-1353-591B-E723E4FB15F4}"/>
          </ac:spMkLst>
        </pc:spChg>
        <pc:spChg chg="mod">
          <ac:chgData name="Ganesan, Vish" userId="7c74552c-8e6f-49d0-82ec-0ea160036b60" providerId="ADAL" clId="{F251F04E-E8E2-5E65-8515-97C409D64E5E}" dt="2026-03-05T20:08:25.961" v="4365" actId="2711"/>
          <ac:spMkLst>
            <pc:docMk/>
            <pc:sldMk cId="280544727" sldId="2147483603"/>
            <ac:spMk id="4" creationId="{4870409D-736B-6675-142C-04F7DB6FCE69}"/>
          </ac:spMkLst>
        </pc:spChg>
        <pc:spChg chg="mod">
          <ac:chgData name="Ganesan, Vish" userId="7c74552c-8e6f-49d0-82ec-0ea160036b60" providerId="ADAL" clId="{F251F04E-E8E2-5E65-8515-97C409D64E5E}" dt="2026-03-10T11:38:46.194" v="10512" actId="20577"/>
          <ac:spMkLst>
            <pc:docMk/>
            <pc:sldMk cId="280544727" sldId="2147483603"/>
            <ac:spMk id="6" creationId="{FE287884-83FF-24D8-FA8E-7ABF1B681F39}"/>
          </ac:spMkLst>
        </pc:spChg>
      </pc:sldChg>
      <pc:sldChg chg="delSp modSp add del mod">
        <pc:chgData name="Ganesan, Vish" userId="7c74552c-8e6f-49d0-82ec-0ea160036b60" providerId="ADAL" clId="{F251F04E-E8E2-5E65-8515-97C409D64E5E}" dt="2026-03-05T20:19:15.771" v="4503" actId="2696"/>
        <pc:sldMkLst>
          <pc:docMk/>
          <pc:sldMk cId="1093492466" sldId="2147483604"/>
        </pc:sldMkLst>
      </pc:sldChg>
      <pc:sldChg chg="addSp delSp modSp add mod">
        <pc:chgData name="Ganesan, Vish" userId="7c74552c-8e6f-49d0-82ec-0ea160036b60" providerId="ADAL" clId="{F251F04E-E8E2-5E65-8515-97C409D64E5E}" dt="2026-03-10T12:04:12.527" v="10668" actId="1076"/>
        <pc:sldMkLst>
          <pc:docMk/>
          <pc:sldMk cId="4108616583" sldId="2147483605"/>
        </pc:sldMkLst>
        <pc:spChg chg="mod">
          <ac:chgData name="Ganesan, Vish" userId="7c74552c-8e6f-49d0-82ec-0ea160036b60" providerId="ADAL" clId="{F251F04E-E8E2-5E65-8515-97C409D64E5E}" dt="2026-03-09T23:41:05.625" v="8471" actId="20577"/>
          <ac:spMkLst>
            <pc:docMk/>
            <pc:sldMk cId="4108616583" sldId="2147483605"/>
            <ac:spMk id="4" creationId="{1842D328-100A-3F70-F71A-A016978D26A0}"/>
          </ac:spMkLst>
        </pc:spChg>
        <pc:spChg chg="mod">
          <ac:chgData name="Ganesan, Vish" userId="7c74552c-8e6f-49d0-82ec-0ea160036b60" providerId="ADAL" clId="{F251F04E-E8E2-5E65-8515-97C409D64E5E}" dt="2026-03-10T12:04:07.174" v="10666" actId="20577"/>
          <ac:spMkLst>
            <pc:docMk/>
            <pc:sldMk cId="4108616583" sldId="2147483605"/>
            <ac:spMk id="6" creationId="{1EBC4459-E28C-2E37-BFEE-77607B38F3F9}"/>
          </ac:spMkLst>
        </pc:spChg>
        <pc:spChg chg="add mod">
          <ac:chgData name="Ganesan, Vish" userId="7c74552c-8e6f-49d0-82ec-0ea160036b60" providerId="ADAL" clId="{F251F04E-E8E2-5E65-8515-97C409D64E5E}" dt="2026-03-10T12:04:12.527" v="10668" actId="1076"/>
          <ac:spMkLst>
            <pc:docMk/>
            <pc:sldMk cId="4108616583" sldId="2147483605"/>
            <ac:spMk id="7" creationId="{CA70642B-4A4C-253A-C134-503A75A3724C}"/>
          </ac:spMkLst>
        </pc:spChg>
        <pc:spChg chg="add mod">
          <ac:chgData name="Ganesan, Vish" userId="7c74552c-8e6f-49d0-82ec-0ea160036b60" providerId="ADAL" clId="{F251F04E-E8E2-5E65-8515-97C409D64E5E}" dt="2026-03-10T02:20:06.773" v="9776" actId="6549"/>
          <ac:spMkLst>
            <pc:docMk/>
            <pc:sldMk cId="4108616583" sldId="2147483605"/>
            <ac:spMk id="8" creationId="{E7CA28EB-6CAC-ECD9-F154-806597817442}"/>
          </ac:spMkLst>
        </pc:spChg>
      </pc:sldChg>
      <pc:sldChg chg="modSp add mod">
        <pc:chgData name="Ganesan, Vish" userId="7c74552c-8e6f-49d0-82ec-0ea160036b60" providerId="ADAL" clId="{F251F04E-E8E2-5E65-8515-97C409D64E5E}" dt="2026-03-10T11:42:41.547" v="10522" actId="113"/>
        <pc:sldMkLst>
          <pc:docMk/>
          <pc:sldMk cId="1226743334" sldId="2147483606"/>
        </pc:sldMkLst>
        <pc:spChg chg="mod">
          <ac:chgData name="Ganesan, Vish" userId="7c74552c-8e6f-49d0-82ec-0ea160036b60" providerId="ADAL" clId="{F251F04E-E8E2-5E65-8515-97C409D64E5E}" dt="2026-03-05T20:14:01.307" v="4481" actId="255"/>
          <ac:spMkLst>
            <pc:docMk/>
            <pc:sldMk cId="1226743334" sldId="2147483606"/>
            <ac:spMk id="4" creationId="{00776D51-15E5-868E-E28A-9B75A0F65A41}"/>
          </ac:spMkLst>
        </pc:spChg>
        <pc:spChg chg="mod">
          <ac:chgData name="Ganesan, Vish" userId="7c74552c-8e6f-49d0-82ec-0ea160036b60" providerId="ADAL" clId="{F251F04E-E8E2-5E65-8515-97C409D64E5E}" dt="2026-03-10T11:42:41.547" v="10522" actId="113"/>
          <ac:spMkLst>
            <pc:docMk/>
            <pc:sldMk cId="1226743334" sldId="2147483606"/>
            <ac:spMk id="6" creationId="{2E82F447-D876-B865-A071-D916BA4A7D68}"/>
          </ac:spMkLst>
        </pc:spChg>
      </pc:sldChg>
      <pc:sldChg chg="delSp modSp add del mod">
        <pc:chgData name="Ganesan, Vish" userId="7c74552c-8e6f-49d0-82ec-0ea160036b60" providerId="ADAL" clId="{F251F04E-E8E2-5E65-8515-97C409D64E5E}" dt="2026-03-05T21:26:29.173" v="4611" actId="2696"/>
        <pc:sldMkLst>
          <pc:docMk/>
          <pc:sldMk cId="3137424897" sldId="2147483607"/>
        </pc:sldMkLst>
      </pc:sldChg>
      <pc:sldChg chg="addSp delSp modSp add del mod">
        <pc:chgData name="Ganesan, Vish" userId="7c74552c-8e6f-49d0-82ec-0ea160036b60" providerId="ADAL" clId="{F251F04E-E8E2-5E65-8515-97C409D64E5E}" dt="2026-03-05T23:45:27.588" v="5071" actId="2696"/>
        <pc:sldMkLst>
          <pc:docMk/>
          <pc:sldMk cId="3180823655" sldId="2147483608"/>
        </pc:sldMkLst>
      </pc:sldChg>
      <pc:sldChg chg="modSp add mod ord">
        <pc:chgData name="Ganesan, Vish" userId="7c74552c-8e6f-49d0-82ec-0ea160036b60" providerId="ADAL" clId="{F251F04E-E8E2-5E65-8515-97C409D64E5E}" dt="2026-03-10T12:06:06.339" v="10674" actId="6549"/>
        <pc:sldMkLst>
          <pc:docMk/>
          <pc:sldMk cId="2238129953" sldId="2147483609"/>
        </pc:sldMkLst>
        <pc:spChg chg="mod">
          <ac:chgData name="Ganesan, Vish" userId="7c74552c-8e6f-49d0-82ec-0ea160036b60" providerId="ADAL" clId="{F251F04E-E8E2-5E65-8515-97C409D64E5E}" dt="2026-03-05T23:29:15.115" v="4980" actId="255"/>
          <ac:spMkLst>
            <pc:docMk/>
            <pc:sldMk cId="2238129953" sldId="2147483609"/>
            <ac:spMk id="4" creationId="{BDE92CEC-7299-B259-643B-62B733585A69}"/>
          </ac:spMkLst>
        </pc:spChg>
        <pc:spChg chg="mod">
          <ac:chgData name="Ganesan, Vish" userId="7c74552c-8e6f-49d0-82ec-0ea160036b60" providerId="ADAL" clId="{F251F04E-E8E2-5E65-8515-97C409D64E5E}" dt="2026-03-10T12:06:06.339" v="10674" actId="6549"/>
          <ac:spMkLst>
            <pc:docMk/>
            <pc:sldMk cId="2238129953" sldId="2147483609"/>
            <ac:spMk id="6" creationId="{3043A1A3-D1BF-FD49-8499-DCA542AD54B6}"/>
          </ac:spMkLst>
        </pc:spChg>
      </pc:sldChg>
      <pc:sldChg chg="modSp add mod ord">
        <pc:chgData name="Ganesan, Vish" userId="7c74552c-8e6f-49d0-82ec-0ea160036b60" providerId="ADAL" clId="{F251F04E-E8E2-5E65-8515-97C409D64E5E}" dt="2026-03-10T12:15:11.281" v="10708" actId="20577"/>
        <pc:sldMkLst>
          <pc:docMk/>
          <pc:sldMk cId="1646272976" sldId="2147483610"/>
        </pc:sldMkLst>
        <pc:spChg chg="mod">
          <ac:chgData name="Ganesan, Vish" userId="7c74552c-8e6f-49d0-82ec-0ea160036b60" providerId="ADAL" clId="{F251F04E-E8E2-5E65-8515-97C409D64E5E}" dt="2026-03-05T23:34:57.674" v="5014" actId="6549"/>
          <ac:spMkLst>
            <pc:docMk/>
            <pc:sldMk cId="1646272976" sldId="2147483610"/>
            <ac:spMk id="4" creationId="{2E80592B-DFC6-6993-8BCB-64D894E122E8}"/>
          </ac:spMkLst>
        </pc:spChg>
        <pc:spChg chg="mod">
          <ac:chgData name="Ganesan, Vish" userId="7c74552c-8e6f-49d0-82ec-0ea160036b60" providerId="ADAL" clId="{F251F04E-E8E2-5E65-8515-97C409D64E5E}" dt="2026-03-10T12:15:11.281" v="10708" actId="20577"/>
          <ac:spMkLst>
            <pc:docMk/>
            <pc:sldMk cId="1646272976" sldId="2147483610"/>
            <ac:spMk id="6" creationId="{3E0B8BB8-5988-0030-0F0E-99B6CD70A052}"/>
          </ac:spMkLst>
        </pc:spChg>
      </pc:sldChg>
      <pc:sldChg chg="modSp add mod ord">
        <pc:chgData name="Ganesan, Vish" userId="7c74552c-8e6f-49d0-82ec-0ea160036b60" providerId="ADAL" clId="{F251F04E-E8E2-5E65-8515-97C409D64E5E}" dt="2026-03-10T12:11:32.075" v="10694" actId="20577"/>
        <pc:sldMkLst>
          <pc:docMk/>
          <pc:sldMk cId="455034175" sldId="2147483611"/>
        </pc:sldMkLst>
        <pc:spChg chg="mod">
          <ac:chgData name="Ganesan, Vish" userId="7c74552c-8e6f-49d0-82ec-0ea160036b60" providerId="ADAL" clId="{F251F04E-E8E2-5E65-8515-97C409D64E5E}" dt="2026-03-05T23:29:26.352" v="4982" actId="2711"/>
          <ac:spMkLst>
            <pc:docMk/>
            <pc:sldMk cId="455034175" sldId="2147483611"/>
            <ac:spMk id="4" creationId="{1A4F39F9-DE81-F8CE-E4DD-1996621FA5B4}"/>
          </ac:spMkLst>
        </pc:spChg>
        <pc:spChg chg="mod">
          <ac:chgData name="Ganesan, Vish" userId="7c74552c-8e6f-49d0-82ec-0ea160036b60" providerId="ADAL" clId="{F251F04E-E8E2-5E65-8515-97C409D64E5E}" dt="2026-03-10T12:11:32.075" v="10694" actId="20577"/>
          <ac:spMkLst>
            <pc:docMk/>
            <pc:sldMk cId="455034175" sldId="2147483611"/>
            <ac:spMk id="6" creationId="{6E440C61-A167-BE01-DEE8-8779D3FE54E6}"/>
          </ac:spMkLst>
        </pc:spChg>
      </pc:sldChg>
      <pc:sldChg chg="addSp delSp modSp add mod">
        <pc:chgData name="Ganesan, Vish" userId="7c74552c-8e6f-49d0-82ec-0ea160036b60" providerId="ADAL" clId="{F251F04E-E8E2-5E65-8515-97C409D64E5E}" dt="2026-03-10T11:18:59.219" v="10201" actId="1036"/>
        <pc:sldMkLst>
          <pc:docMk/>
          <pc:sldMk cId="4100034775" sldId="2147483612"/>
        </pc:sldMkLst>
        <pc:spChg chg="mod">
          <ac:chgData name="Ganesan, Vish" userId="7c74552c-8e6f-49d0-82ec-0ea160036b60" providerId="ADAL" clId="{F251F04E-E8E2-5E65-8515-97C409D64E5E}" dt="2026-03-05T19:42:32.822" v="4070" actId="255"/>
          <ac:spMkLst>
            <pc:docMk/>
            <pc:sldMk cId="4100034775" sldId="2147483612"/>
            <ac:spMk id="4" creationId="{37E7845B-B8A3-FAE0-DE0B-F991AEAD3C0D}"/>
          </ac:spMkLst>
        </pc:spChg>
        <pc:spChg chg="mod">
          <ac:chgData name="Ganesan, Vish" userId="7c74552c-8e6f-49d0-82ec-0ea160036b60" providerId="ADAL" clId="{F251F04E-E8E2-5E65-8515-97C409D64E5E}" dt="2026-03-10T11:18:53.492" v="10198" actId="1035"/>
          <ac:spMkLst>
            <pc:docMk/>
            <pc:sldMk cId="4100034775" sldId="2147483612"/>
            <ac:spMk id="5" creationId="{281EDCE4-5673-1D25-C932-24457910E2DF}"/>
          </ac:spMkLst>
        </pc:spChg>
        <pc:spChg chg="add mod">
          <ac:chgData name="Ganesan, Vish" userId="7c74552c-8e6f-49d0-82ec-0ea160036b60" providerId="ADAL" clId="{F251F04E-E8E2-5E65-8515-97C409D64E5E}" dt="2026-03-10T11:18:59.219" v="10201" actId="1036"/>
          <ac:spMkLst>
            <pc:docMk/>
            <pc:sldMk cId="4100034775" sldId="2147483612"/>
            <ac:spMk id="6" creationId="{366ACC9F-DDCE-50AC-E87F-13C30841C91D}"/>
          </ac:spMkLst>
        </pc:spChg>
      </pc:sldChg>
      <pc:sldChg chg="modSp add mod">
        <pc:chgData name="Ganesan, Vish" userId="7c74552c-8e6f-49d0-82ec-0ea160036b60" providerId="ADAL" clId="{F251F04E-E8E2-5E65-8515-97C409D64E5E}" dt="2026-03-10T12:05:06.519" v="10671" actId="20577"/>
        <pc:sldMkLst>
          <pc:docMk/>
          <pc:sldMk cId="2136321811" sldId="2147483613"/>
        </pc:sldMkLst>
        <pc:spChg chg="mod">
          <ac:chgData name="Ganesan, Vish" userId="7c74552c-8e6f-49d0-82ec-0ea160036b60" providerId="ADAL" clId="{F251F04E-E8E2-5E65-8515-97C409D64E5E}" dt="2026-03-05T21:37:17.054" v="4706" actId="255"/>
          <ac:spMkLst>
            <pc:docMk/>
            <pc:sldMk cId="2136321811" sldId="2147483613"/>
            <ac:spMk id="4" creationId="{1185AAF5-570F-6EF9-433E-926D592AEAA2}"/>
          </ac:spMkLst>
        </pc:spChg>
        <pc:spChg chg="mod">
          <ac:chgData name="Ganesan, Vish" userId="7c74552c-8e6f-49d0-82ec-0ea160036b60" providerId="ADAL" clId="{F251F04E-E8E2-5E65-8515-97C409D64E5E}" dt="2026-03-10T12:05:06.519" v="10671" actId="20577"/>
          <ac:spMkLst>
            <pc:docMk/>
            <pc:sldMk cId="2136321811" sldId="2147483613"/>
            <ac:spMk id="6" creationId="{78E4A68D-56B3-27C8-BBF4-61E87E01E793}"/>
          </ac:spMkLst>
        </pc:spChg>
      </pc:sldChg>
      <pc:sldChg chg="modSp add del mod ord">
        <pc:chgData name="Ganesan, Vish" userId="7c74552c-8e6f-49d0-82ec-0ea160036b60" providerId="ADAL" clId="{F251F04E-E8E2-5E65-8515-97C409D64E5E}" dt="2026-03-06T00:05:20.371" v="5267" actId="2696"/>
        <pc:sldMkLst>
          <pc:docMk/>
          <pc:sldMk cId="2199431594" sldId="2147483614"/>
        </pc:sldMkLst>
      </pc:sldChg>
      <pc:sldChg chg="addSp delSp modSp add mod">
        <pc:chgData name="Ganesan, Vish" userId="7c74552c-8e6f-49d0-82ec-0ea160036b60" providerId="ADAL" clId="{F251F04E-E8E2-5E65-8515-97C409D64E5E}" dt="2026-03-10T12:15:33.824" v="10709" actId="6549"/>
        <pc:sldMkLst>
          <pc:docMk/>
          <pc:sldMk cId="333571045" sldId="2147483615"/>
        </pc:sldMkLst>
        <pc:spChg chg="add del mod">
          <ac:chgData name="Ganesan, Vish" userId="7c74552c-8e6f-49d0-82ec-0ea160036b60" providerId="ADAL" clId="{F251F04E-E8E2-5E65-8515-97C409D64E5E}" dt="2026-03-10T00:37:49.670" v="8966"/>
          <ac:spMkLst>
            <pc:docMk/>
            <pc:sldMk cId="333571045" sldId="2147483615"/>
            <ac:spMk id="3" creationId="{8D47D328-3B3C-2D22-D4A3-AA55A1E949EC}"/>
          </ac:spMkLst>
        </pc:spChg>
        <pc:spChg chg="mod">
          <ac:chgData name="Ganesan, Vish" userId="7c74552c-8e6f-49d0-82ec-0ea160036b60" providerId="ADAL" clId="{F251F04E-E8E2-5E65-8515-97C409D64E5E}" dt="2026-03-05T23:29:33.538" v="4984" actId="255"/>
          <ac:spMkLst>
            <pc:docMk/>
            <pc:sldMk cId="333571045" sldId="2147483615"/>
            <ac:spMk id="4" creationId="{947AFBCF-C10D-66D0-084E-9DC5B3BBACAD}"/>
          </ac:spMkLst>
        </pc:spChg>
        <pc:spChg chg="mod">
          <ac:chgData name="Ganesan, Vish" userId="7c74552c-8e6f-49d0-82ec-0ea160036b60" providerId="ADAL" clId="{F251F04E-E8E2-5E65-8515-97C409D64E5E}" dt="2026-03-10T12:15:33.824" v="10709" actId="6549"/>
          <ac:spMkLst>
            <pc:docMk/>
            <pc:sldMk cId="333571045" sldId="2147483615"/>
            <ac:spMk id="6" creationId="{DC6800F9-85F1-4630-AC3B-0104E562E757}"/>
          </ac:spMkLst>
        </pc:spChg>
      </pc:sldChg>
      <pc:sldChg chg="modSp add mod">
        <pc:chgData name="Ganesan, Vish" userId="7c74552c-8e6f-49d0-82ec-0ea160036b60" providerId="ADAL" clId="{F251F04E-E8E2-5E65-8515-97C409D64E5E}" dt="2026-03-10T12:17:54.794" v="10741" actId="20577"/>
        <pc:sldMkLst>
          <pc:docMk/>
          <pc:sldMk cId="1660932750" sldId="2147483616"/>
        </pc:sldMkLst>
        <pc:spChg chg="mod">
          <ac:chgData name="Ganesan, Vish" userId="7c74552c-8e6f-49d0-82ec-0ea160036b60" providerId="ADAL" clId="{F251F04E-E8E2-5E65-8515-97C409D64E5E}" dt="2026-03-05T23:29:40.453" v="4986" actId="255"/>
          <ac:spMkLst>
            <pc:docMk/>
            <pc:sldMk cId="1660932750" sldId="2147483616"/>
            <ac:spMk id="4" creationId="{86865C1B-E0EE-4B55-969D-ACACE082BFA9}"/>
          </ac:spMkLst>
        </pc:spChg>
        <pc:spChg chg="mod">
          <ac:chgData name="Ganesan, Vish" userId="7c74552c-8e6f-49d0-82ec-0ea160036b60" providerId="ADAL" clId="{F251F04E-E8E2-5E65-8515-97C409D64E5E}" dt="2026-03-10T12:17:54.794" v="10741" actId="20577"/>
          <ac:spMkLst>
            <pc:docMk/>
            <pc:sldMk cId="1660932750" sldId="2147483616"/>
            <ac:spMk id="6" creationId="{DBC2BABB-A458-4AA3-D10F-EFD529155C2D}"/>
          </ac:spMkLst>
        </pc:spChg>
      </pc:sldChg>
      <pc:sldChg chg="addSp modSp add mod">
        <pc:chgData name="Ganesan, Vish" userId="7c74552c-8e6f-49d0-82ec-0ea160036b60" providerId="ADAL" clId="{F251F04E-E8E2-5E65-8515-97C409D64E5E}" dt="2026-03-10T04:49:53.169" v="10042" actId="20577"/>
        <pc:sldMkLst>
          <pc:docMk/>
          <pc:sldMk cId="835330834" sldId="2147483617"/>
        </pc:sldMkLst>
        <pc:spChg chg="add mod">
          <ac:chgData name="Ganesan, Vish" userId="7c74552c-8e6f-49d0-82ec-0ea160036b60" providerId="ADAL" clId="{F251F04E-E8E2-5E65-8515-97C409D64E5E}" dt="2026-03-10T04:49:20.164" v="10040" actId="113"/>
          <ac:spMkLst>
            <pc:docMk/>
            <pc:sldMk cId="835330834" sldId="2147483617"/>
            <ac:spMk id="3" creationId="{85DB4E29-E24F-6EB8-2D2D-2C5692C68188}"/>
          </ac:spMkLst>
        </pc:spChg>
        <pc:spChg chg="mod">
          <ac:chgData name="Ganesan, Vish" userId="7c74552c-8e6f-49d0-82ec-0ea160036b60" providerId="ADAL" clId="{F251F04E-E8E2-5E65-8515-97C409D64E5E}" dt="2026-03-10T04:49:53.169" v="10042" actId="20577"/>
          <ac:spMkLst>
            <pc:docMk/>
            <pc:sldMk cId="835330834" sldId="2147483617"/>
            <ac:spMk id="4" creationId="{4F7AAE85-2E1D-6852-91F4-583E8E8E2334}"/>
          </ac:spMkLst>
        </pc:spChg>
        <pc:spChg chg="mod">
          <ac:chgData name="Ganesan, Vish" userId="7c74552c-8e6f-49d0-82ec-0ea160036b60" providerId="ADAL" clId="{F251F04E-E8E2-5E65-8515-97C409D64E5E}" dt="2026-03-10T04:49:16.805" v="10039" actId="113"/>
          <ac:spMkLst>
            <pc:docMk/>
            <pc:sldMk cId="835330834" sldId="2147483617"/>
            <ac:spMk id="6" creationId="{CB7476C9-6C0F-50FE-485C-28717ACE34FF}"/>
          </ac:spMkLst>
        </pc:spChg>
      </pc:sldChg>
      <pc:sldChg chg="modSp add del mod">
        <pc:chgData name="Ganesan, Vish" userId="7c74552c-8e6f-49d0-82ec-0ea160036b60" providerId="ADAL" clId="{F251F04E-E8E2-5E65-8515-97C409D64E5E}" dt="2026-03-10T02:05:37.098" v="9609" actId="2696"/>
        <pc:sldMkLst>
          <pc:docMk/>
          <pc:sldMk cId="3537212725" sldId="2147483618"/>
        </pc:sldMkLst>
      </pc:sldChg>
      <pc:sldChg chg="modSp add del mod">
        <pc:chgData name="Ganesan, Vish" userId="7c74552c-8e6f-49d0-82ec-0ea160036b60" providerId="ADAL" clId="{F251F04E-E8E2-5E65-8515-97C409D64E5E}" dt="2026-03-10T04:33:14.812" v="9949" actId="2696"/>
        <pc:sldMkLst>
          <pc:docMk/>
          <pc:sldMk cId="1210901440" sldId="2147483619"/>
        </pc:sldMkLst>
        <pc:spChg chg="mod">
          <ac:chgData name="Ganesan, Vish" userId="7c74552c-8e6f-49d0-82ec-0ea160036b60" providerId="ADAL" clId="{F251F04E-E8E2-5E65-8515-97C409D64E5E}" dt="2026-03-10T02:20:49.211" v="9780" actId="6549"/>
          <ac:spMkLst>
            <pc:docMk/>
            <pc:sldMk cId="1210901440" sldId="2147483619"/>
            <ac:spMk id="6" creationId="{46500CCB-0AED-ABC0-FE75-CCDFFEF1593F}"/>
          </ac:spMkLst>
        </pc:spChg>
      </pc:sldChg>
      <pc:sldChg chg="modSp add del mod">
        <pc:chgData name="Ganesan, Vish" userId="7c74552c-8e6f-49d0-82ec-0ea160036b60" providerId="ADAL" clId="{F251F04E-E8E2-5E65-8515-97C409D64E5E}" dt="2026-03-05T23:53:28.016" v="5128" actId="2696"/>
        <pc:sldMkLst>
          <pc:docMk/>
          <pc:sldMk cId="2475941933" sldId="2147483620"/>
        </pc:sldMkLst>
      </pc:sldChg>
      <pc:sldChg chg="addSp delSp modSp add del mod">
        <pc:chgData name="Ganesan, Vish" userId="7c74552c-8e6f-49d0-82ec-0ea160036b60" providerId="ADAL" clId="{F251F04E-E8E2-5E65-8515-97C409D64E5E}" dt="2026-03-10T12:39:08.472" v="10872" actId="2696"/>
        <pc:sldMkLst>
          <pc:docMk/>
          <pc:sldMk cId="2195884775" sldId="2147483621"/>
        </pc:sldMkLst>
        <pc:spChg chg="add del mod">
          <ac:chgData name="Ganesan, Vish" userId="7c74552c-8e6f-49d0-82ec-0ea160036b60" providerId="ADAL" clId="{F251F04E-E8E2-5E65-8515-97C409D64E5E}" dt="2026-03-10T12:36:59.373" v="10863" actId="478"/>
          <ac:spMkLst>
            <pc:docMk/>
            <pc:sldMk cId="2195884775" sldId="2147483621"/>
            <ac:spMk id="3" creationId="{1DD442B3-28DC-8762-5AC2-0944A68EFF1C}"/>
          </ac:spMkLst>
        </pc:spChg>
        <pc:spChg chg="mod">
          <ac:chgData name="Ganesan, Vish" userId="7c74552c-8e6f-49d0-82ec-0ea160036b60" providerId="ADAL" clId="{F251F04E-E8E2-5E65-8515-97C409D64E5E}" dt="2026-03-10T12:37:21.589" v="10867" actId="255"/>
          <ac:spMkLst>
            <pc:docMk/>
            <pc:sldMk cId="2195884775" sldId="2147483621"/>
            <ac:spMk id="4" creationId="{4D26E7D8-A654-21B8-C2D1-10F3C71797D9}"/>
          </ac:spMkLst>
        </pc:spChg>
        <pc:spChg chg="del mod">
          <ac:chgData name="Ganesan, Vish" userId="7c74552c-8e6f-49d0-82ec-0ea160036b60" providerId="ADAL" clId="{F251F04E-E8E2-5E65-8515-97C409D64E5E}" dt="2026-03-10T12:36:57.409" v="10862" actId="478"/>
          <ac:spMkLst>
            <pc:docMk/>
            <pc:sldMk cId="2195884775" sldId="2147483621"/>
            <ac:spMk id="6" creationId="{F81A40E8-3684-D539-A549-D2330FB0C803}"/>
          </ac:spMkLst>
        </pc:spChg>
        <pc:spChg chg="add mod">
          <ac:chgData name="Ganesan, Vish" userId="7c74552c-8e6f-49d0-82ec-0ea160036b60" providerId="ADAL" clId="{F251F04E-E8E2-5E65-8515-97C409D64E5E}" dt="2026-03-10T12:37:51.014" v="10871" actId="20577"/>
          <ac:spMkLst>
            <pc:docMk/>
            <pc:sldMk cId="2195884775" sldId="2147483621"/>
            <ac:spMk id="7" creationId="{D51D9701-AA07-BFAE-F7B3-3421E84AC01A}"/>
          </ac:spMkLst>
        </pc:spChg>
      </pc:sldChg>
      <pc:sldChg chg="modSp add del mod">
        <pc:chgData name="Ganesan, Vish" userId="7c74552c-8e6f-49d0-82ec-0ea160036b60" providerId="ADAL" clId="{F251F04E-E8E2-5E65-8515-97C409D64E5E}" dt="2026-03-06T00:00:18.484" v="5254" actId="2696"/>
        <pc:sldMkLst>
          <pc:docMk/>
          <pc:sldMk cId="2217691899" sldId="2147483622"/>
        </pc:sldMkLst>
      </pc:sldChg>
      <pc:sldChg chg="modSp add del mod">
        <pc:chgData name="Ganesan, Vish" userId="7c74552c-8e6f-49d0-82ec-0ea160036b60" providerId="ADAL" clId="{F251F04E-E8E2-5E65-8515-97C409D64E5E}" dt="2026-03-06T00:01:09.898" v="5266" actId="2696"/>
        <pc:sldMkLst>
          <pc:docMk/>
          <pc:sldMk cId="1618600285" sldId="2147483623"/>
        </pc:sldMkLst>
      </pc:sldChg>
      <pc:sldChg chg="addSp delSp modSp add del mod">
        <pc:chgData name="Ganesan, Vish" userId="7c74552c-8e6f-49d0-82ec-0ea160036b60" providerId="ADAL" clId="{F251F04E-E8E2-5E65-8515-97C409D64E5E}" dt="2026-03-10T05:06:01.954" v="10056" actId="2696"/>
        <pc:sldMkLst>
          <pc:docMk/>
          <pc:sldMk cId="158765208" sldId="2147483624"/>
        </pc:sldMkLst>
      </pc:sldChg>
      <pc:sldChg chg="add del">
        <pc:chgData name="Ganesan, Vish" userId="7c74552c-8e6f-49d0-82ec-0ea160036b60" providerId="ADAL" clId="{F251F04E-E8E2-5E65-8515-97C409D64E5E}" dt="2026-03-05T18:42:14.973" v="3843" actId="2696"/>
        <pc:sldMkLst>
          <pc:docMk/>
          <pc:sldMk cId="1004325703" sldId="2147483625"/>
        </pc:sldMkLst>
      </pc:sldChg>
      <pc:sldChg chg="modSp add mod ord">
        <pc:chgData name="Ganesan, Vish" userId="7c74552c-8e6f-49d0-82ec-0ea160036b60" providerId="ADAL" clId="{F251F04E-E8E2-5E65-8515-97C409D64E5E}" dt="2026-03-10T12:19:12.460" v="10792" actId="6549"/>
        <pc:sldMkLst>
          <pc:docMk/>
          <pc:sldMk cId="3123746874" sldId="2147483625"/>
        </pc:sldMkLst>
        <pc:spChg chg="mod">
          <ac:chgData name="Ganesan, Vish" userId="7c74552c-8e6f-49d0-82ec-0ea160036b60" providerId="ADAL" clId="{F251F04E-E8E2-5E65-8515-97C409D64E5E}" dt="2026-03-05T23:36:46.547" v="5019" actId="255"/>
          <ac:spMkLst>
            <pc:docMk/>
            <pc:sldMk cId="3123746874" sldId="2147483625"/>
            <ac:spMk id="4" creationId="{C2127563-221D-1B3C-DA2B-C7ADF5A4DB0F}"/>
          </ac:spMkLst>
        </pc:spChg>
        <pc:spChg chg="mod">
          <ac:chgData name="Ganesan, Vish" userId="7c74552c-8e6f-49d0-82ec-0ea160036b60" providerId="ADAL" clId="{F251F04E-E8E2-5E65-8515-97C409D64E5E}" dt="2026-03-10T12:19:12.460" v="10792" actId="6549"/>
          <ac:spMkLst>
            <pc:docMk/>
            <pc:sldMk cId="3123746874" sldId="2147483625"/>
            <ac:spMk id="6" creationId="{4BE8D6B6-D47E-B4D6-2C06-7C972700EAD1}"/>
          </ac:spMkLst>
        </pc:spChg>
      </pc:sldChg>
      <pc:sldChg chg="add del">
        <pc:chgData name="Ganesan, Vish" userId="7c74552c-8e6f-49d0-82ec-0ea160036b60" providerId="ADAL" clId="{F251F04E-E8E2-5E65-8515-97C409D64E5E}" dt="2026-03-06T19:01:25.507" v="7652" actId="2696"/>
        <pc:sldMkLst>
          <pc:docMk/>
          <pc:sldMk cId="2295955800" sldId="2147483626"/>
        </pc:sldMkLst>
      </pc:sldChg>
      <pc:sldChg chg="modSp add mod">
        <pc:chgData name="Ganesan, Vish" userId="7c74552c-8e6f-49d0-82ec-0ea160036b60" providerId="ADAL" clId="{F251F04E-E8E2-5E65-8515-97C409D64E5E}" dt="2026-03-10T12:23:22.820" v="10802" actId="5793"/>
        <pc:sldMkLst>
          <pc:docMk/>
          <pc:sldMk cId="2794484467" sldId="2147483626"/>
        </pc:sldMkLst>
        <pc:spChg chg="mod">
          <ac:chgData name="Ganesan, Vish" userId="7c74552c-8e6f-49d0-82ec-0ea160036b60" providerId="ADAL" clId="{F251F04E-E8E2-5E65-8515-97C409D64E5E}" dt="2026-03-10T02:28:01.792" v="9943" actId="20577"/>
          <ac:spMkLst>
            <pc:docMk/>
            <pc:sldMk cId="2794484467" sldId="2147483626"/>
            <ac:spMk id="4" creationId="{B05EE71C-A39C-45C9-98F6-57A261D0C566}"/>
          </ac:spMkLst>
        </pc:spChg>
        <pc:spChg chg="mod">
          <ac:chgData name="Ganesan, Vish" userId="7c74552c-8e6f-49d0-82ec-0ea160036b60" providerId="ADAL" clId="{F251F04E-E8E2-5E65-8515-97C409D64E5E}" dt="2026-03-10T12:23:22.820" v="10802" actId="5793"/>
          <ac:spMkLst>
            <pc:docMk/>
            <pc:sldMk cId="2794484467" sldId="2147483626"/>
            <ac:spMk id="6" creationId="{156C1D0E-C2F5-83E8-0511-605D9215D120}"/>
          </ac:spMkLst>
        </pc:spChg>
      </pc:sldChg>
      <pc:sldChg chg="delSp modSp add mod">
        <pc:chgData name="Ganesan, Vish" userId="7c74552c-8e6f-49d0-82ec-0ea160036b60" providerId="ADAL" clId="{F251F04E-E8E2-5E65-8515-97C409D64E5E}" dt="2026-03-10T12:29:51.617" v="10822" actId="255"/>
        <pc:sldMkLst>
          <pc:docMk/>
          <pc:sldMk cId="630876674" sldId="2147483627"/>
        </pc:sldMkLst>
        <pc:spChg chg="mod">
          <ac:chgData name="Ganesan, Vish" userId="7c74552c-8e6f-49d0-82ec-0ea160036b60" providerId="ADAL" clId="{F251F04E-E8E2-5E65-8515-97C409D64E5E}" dt="2026-03-10T12:29:51.617" v="10822" actId="255"/>
          <ac:spMkLst>
            <pc:docMk/>
            <pc:sldMk cId="630876674" sldId="2147483627"/>
            <ac:spMk id="4" creationId="{86FB1F6C-9182-4069-1F64-58FC6F3E0D05}"/>
          </ac:spMkLst>
        </pc:spChg>
        <pc:spChg chg="del mod">
          <ac:chgData name="Ganesan, Vish" userId="7c74552c-8e6f-49d0-82ec-0ea160036b60" providerId="ADAL" clId="{F251F04E-E8E2-5E65-8515-97C409D64E5E}" dt="2026-03-10T12:28:39.287" v="10815" actId="478"/>
          <ac:spMkLst>
            <pc:docMk/>
            <pc:sldMk cId="630876674" sldId="2147483627"/>
            <ac:spMk id="6" creationId="{3C4434DC-354D-CB09-6753-761A282816B8}"/>
          </ac:spMkLst>
        </pc:spChg>
      </pc:sldChg>
      <pc:sldChg chg="addSp modSp add del mod ord">
        <pc:chgData name="Ganesan, Vish" userId="7c74552c-8e6f-49d0-82ec-0ea160036b60" providerId="ADAL" clId="{F251F04E-E8E2-5E65-8515-97C409D64E5E}" dt="2026-03-06T19:01:22.889" v="7650" actId="2696"/>
        <pc:sldMkLst>
          <pc:docMk/>
          <pc:sldMk cId="2937681611" sldId="2147483627"/>
        </pc:sldMkLst>
      </pc:sldChg>
      <pc:sldChg chg="add">
        <pc:chgData name="Ganesan, Vish" userId="7c74552c-8e6f-49d0-82ec-0ea160036b60" providerId="ADAL" clId="{F251F04E-E8E2-5E65-8515-97C409D64E5E}" dt="2026-03-10T12:28:36.490" v="10814"/>
        <pc:sldMkLst>
          <pc:docMk/>
          <pc:sldMk cId="654230427" sldId="2147483628"/>
        </pc:sldMkLst>
      </pc:sldChg>
      <pc:sldChg chg="delSp modSp add del mod">
        <pc:chgData name="Ganesan, Vish" userId="7c74552c-8e6f-49d0-82ec-0ea160036b60" providerId="ADAL" clId="{F251F04E-E8E2-5E65-8515-97C409D64E5E}" dt="2026-03-06T19:01:24.449" v="7651" actId="2696"/>
        <pc:sldMkLst>
          <pc:docMk/>
          <pc:sldMk cId="2855174832" sldId="2147483628"/>
        </pc:sldMkLst>
      </pc:sldChg>
      <pc:sldChg chg="modSp add mod ord">
        <pc:chgData name="Ganesan, Vish" userId="7c74552c-8e6f-49d0-82ec-0ea160036b60" providerId="ADAL" clId="{F251F04E-E8E2-5E65-8515-97C409D64E5E}" dt="2026-03-10T12:34:08.411" v="10860" actId="255"/>
        <pc:sldMkLst>
          <pc:docMk/>
          <pc:sldMk cId="3750485752" sldId="2147483629"/>
        </pc:sldMkLst>
        <pc:spChg chg="mod">
          <ac:chgData name="Ganesan, Vish" userId="7c74552c-8e6f-49d0-82ec-0ea160036b60" providerId="ADAL" clId="{F251F04E-E8E2-5E65-8515-97C409D64E5E}" dt="2026-03-10T12:34:08.411" v="10860" actId="255"/>
          <ac:spMkLst>
            <pc:docMk/>
            <pc:sldMk cId="3750485752" sldId="2147483629"/>
            <ac:spMk id="4" creationId="{EDB2AE4D-7B6A-195D-ACA8-4E4925257616}"/>
          </ac:spMkLst>
        </pc:spChg>
      </pc:sldChg>
      <pc:sldMasterChg chg="delSldLayout">
        <pc:chgData name="Ganesan, Vish" userId="7c74552c-8e6f-49d0-82ec-0ea160036b60" providerId="ADAL" clId="{F251F04E-E8E2-5E65-8515-97C409D64E5E}" dt="2026-03-06T00:08:01.701" v="5268" actId="2696"/>
        <pc:sldMasterMkLst>
          <pc:docMk/>
          <pc:sldMasterMk cId="1908086453" sldId="2147483660"/>
        </pc:sldMasterMkLst>
        <pc:sldLayoutChg chg="del">
          <pc:chgData name="Ganesan, Vish" userId="7c74552c-8e6f-49d0-82ec-0ea160036b60" providerId="ADAL" clId="{F251F04E-E8E2-5E65-8515-97C409D64E5E}" dt="2026-03-06T00:08:01.701" v="5268" actId="2696"/>
          <pc:sldLayoutMkLst>
            <pc:docMk/>
            <pc:sldMasterMk cId="1908086453" sldId="2147483660"/>
            <pc:sldLayoutMk cId="4150848147" sldId="2147483958"/>
          </pc:sldLayoutMkLst>
        </pc:sldLayoutChg>
      </pc:sldMasterChg>
    </pc:docChg>
  </pc:docChgLst>
  <pc:docChgLst>
    <pc:chgData name="Smith, Lee" userId="0cd0434a-125d-4cc6-9c14-35e8015e54f7" providerId="ADAL" clId="{6EB0939F-BEE1-5AB9-9351-1AB3C884709B}"/>
    <pc:docChg chg="modSld">
      <pc:chgData name="Smith, Lee" userId="0cd0434a-125d-4cc6-9c14-35e8015e54f7" providerId="ADAL" clId="{6EB0939F-BEE1-5AB9-9351-1AB3C884709B}" dt="2026-02-19T19:53:17.863" v="0" actId="1076"/>
      <pc:docMkLst>
        <pc:docMk/>
      </pc:docMkLst>
      <pc:sldChg chg="modSp mod">
        <pc:chgData name="Smith, Lee" userId="0cd0434a-125d-4cc6-9c14-35e8015e54f7" providerId="ADAL" clId="{6EB0939F-BEE1-5AB9-9351-1AB3C884709B}" dt="2026-02-19T19:53:17.863" v="0" actId="1076"/>
        <pc:sldMkLst>
          <pc:docMk/>
          <pc:sldMk cId="1256883184" sldId="214748359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BCA539DD-0B8B-4E14-AEB6-CF918FA5DE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7" y="3"/>
            <a:ext cx="3078163" cy="512761"/>
          </a:xfrm>
          <a:prstGeom prst="rect">
            <a:avLst/>
          </a:prstGeom>
        </p:spPr>
        <p:txBody>
          <a:bodyPr vert="horz" lIns="91377" tIns="45688" rIns="91377" bIns="45688" rtlCol="0"/>
          <a:lstStyle>
            <a:lvl1pPr algn="l">
              <a:defRPr sz="1300"/>
            </a:lvl1pPr>
          </a:lstStyle>
          <a:p>
            <a:endParaRPr kumimoji="1"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B651E7F-56AE-F33C-C3D7-40E6741EA5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3"/>
            <a:ext cx="3078162" cy="512761"/>
          </a:xfrm>
          <a:prstGeom prst="rect">
            <a:avLst/>
          </a:prstGeom>
        </p:spPr>
        <p:txBody>
          <a:bodyPr vert="horz" lIns="91377" tIns="45688" rIns="91377" bIns="45688" rtlCol="0"/>
          <a:lstStyle>
            <a:lvl1pPr algn="r">
              <a:defRPr sz="1300"/>
            </a:lvl1pPr>
          </a:lstStyle>
          <a:p>
            <a:fld id="{CC658D4A-7353-45F2-A284-F93F0FFE1F88}" type="datetimeFigureOut">
              <a:rPr kumimoji="1" lang="en-US" smtClean="0"/>
              <a:t>3/11/26</a:t>
            </a:fld>
            <a:endParaRPr kumimoji="1"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719C547-85F3-AFDA-441A-897200F688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7" y="9721855"/>
            <a:ext cx="3078163" cy="512761"/>
          </a:xfrm>
          <a:prstGeom prst="rect">
            <a:avLst/>
          </a:prstGeom>
        </p:spPr>
        <p:txBody>
          <a:bodyPr vert="horz" lIns="91377" tIns="45688" rIns="91377" bIns="45688" rtlCol="0" anchor="b"/>
          <a:lstStyle>
            <a:lvl1pPr algn="l">
              <a:defRPr sz="1300"/>
            </a:lvl1pPr>
          </a:lstStyle>
          <a:p>
            <a:endParaRPr kumimoji="1" 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8110D98-56E8-1CD7-E827-BD8C9C3359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5"/>
            <a:ext cx="3078162" cy="512761"/>
          </a:xfrm>
          <a:prstGeom prst="rect">
            <a:avLst/>
          </a:prstGeom>
        </p:spPr>
        <p:txBody>
          <a:bodyPr vert="horz" lIns="91377" tIns="45688" rIns="91377" bIns="45688" rtlCol="0" anchor="b"/>
          <a:lstStyle>
            <a:lvl1pPr algn="r">
              <a:defRPr sz="1300"/>
            </a:lvl1pPr>
          </a:lstStyle>
          <a:p>
            <a:fld id="{C547897A-2A20-4BDA-91BB-1F804A014686}" type="slidenum">
              <a:rPr kumimoji="1" lang="en-US" smtClean="0"/>
              <a:t>‹#›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129103891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8"/>
            <a:ext cx="3078428" cy="511731"/>
          </a:xfrm>
          <a:prstGeom prst="rect">
            <a:avLst/>
          </a:prstGeom>
        </p:spPr>
        <p:txBody>
          <a:bodyPr vert="horz" lIns="94593" tIns="47295" rIns="94593" bIns="47295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2" y="8"/>
            <a:ext cx="3078428" cy="511731"/>
          </a:xfrm>
          <a:prstGeom prst="rect">
            <a:avLst/>
          </a:prstGeom>
        </p:spPr>
        <p:txBody>
          <a:bodyPr vert="horz" lIns="94593" tIns="47295" rIns="94593" bIns="47295" rtlCol="0"/>
          <a:lstStyle>
            <a:lvl1pPr algn="r">
              <a:defRPr sz="1300"/>
            </a:lvl1pPr>
          </a:lstStyle>
          <a:p>
            <a:fld id="{7C71E60F-D93F-4441-9CB7-DD99862C7283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95363" y="768350"/>
            <a:ext cx="5113337" cy="3835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93" tIns="47295" rIns="94593" bIns="4729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vert="horz" lIns="94593" tIns="47295" rIns="94593" bIns="4729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721114"/>
            <a:ext cx="3078428" cy="511731"/>
          </a:xfrm>
          <a:prstGeom prst="rect">
            <a:avLst/>
          </a:prstGeom>
        </p:spPr>
        <p:txBody>
          <a:bodyPr vert="horz" lIns="94593" tIns="47295" rIns="94593" bIns="47295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2" y="9721114"/>
            <a:ext cx="3078428" cy="511731"/>
          </a:xfrm>
          <a:prstGeom prst="rect">
            <a:avLst/>
          </a:prstGeom>
        </p:spPr>
        <p:txBody>
          <a:bodyPr vert="horz" lIns="94593" tIns="47295" rIns="94593" bIns="47295" rtlCol="0" anchor="b"/>
          <a:lstStyle>
            <a:lvl1pPr algn="r">
              <a:defRPr sz="1300"/>
            </a:lvl1pPr>
          </a:lstStyle>
          <a:p>
            <a:fld id="{0F195C53-A3AF-4321-A109-EE9F29628A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23696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6.emf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6.xml"/><Relationship Id="rId5" Type="http://schemas.openxmlformats.org/officeDocument/2006/relationships/image" Target="../media/image3.png"/><Relationship Id="rId4" Type="http://schemas.openxmlformats.org/officeDocument/2006/relationships/image" Target="../media/image6.emf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表紙_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583865" y="2378341"/>
            <a:ext cx="7463903" cy="868681"/>
          </a:xfrm>
          <a:prstGeom prst="rect">
            <a:avLst/>
          </a:prstGeom>
        </p:spPr>
        <p:txBody>
          <a:bodyPr wrap="none" tIns="144000" anchor="ctr">
            <a:spAutoFit/>
          </a:bodyPr>
          <a:lstStyle>
            <a:lvl1pPr algn="l">
              <a:defRPr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タイトル　メイリオ</a:t>
            </a:r>
            <a:r>
              <a:rPr kumimoji="1" lang="en-US" altLang="ja-JP"/>
              <a:t>24~44p</a:t>
            </a:r>
            <a:endParaRPr kumimoji="1" lang="ja-JP" altLang="en-US"/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583865" y="3897944"/>
            <a:ext cx="6454011" cy="684015"/>
          </a:xfrm>
          <a:prstGeom prst="rect">
            <a:avLst/>
          </a:prstGeom>
        </p:spPr>
        <p:txBody>
          <a:bodyPr wrap="none" tIns="144000" anchor="ctr" anchorCtr="0">
            <a:spAutoFit/>
          </a:bodyPr>
          <a:lstStyle>
            <a:lvl1pPr marL="0" indent="0" algn="l">
              <a:buNone/>
              <a:defRPr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サブタイトル　メイリオ</a:t>
            </a:r>
            <a:r>
              <a:rPr kumimoji="1" lang="en-US" altLang="ja-JP"/>
              <a:t>20~32pt</a:t>
            </a:r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3675465" y="5752842"/>
            <a:ext cx="4884671" cy="560905"/>
          </a:xfrm>
          <a:prstGeom prst="rect">
            <a:avLst/>
          </a:prstGeom>
        </p:spPr>
        <p:txBody>
          <a:bodyPr wrap="none" tIns="144000" anchor="ctr" anchorCtr="0">
            <a:spAutoFit/>
          </a:bodyPr>
          <a:lstStyle>
            <a:lvl1pPr marL="0" indent="0" algn="r">
              <a:buNone/>
              <a:defRPr sz="240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所属、氏名等　メイリオ</a:t>
            </a:r>
            <a:r>
              <a:rPr kumimoji="1" lang="en-US" altLang="ja-JP"/>
              <a:t>16~24pt</a:t>
            </a:r>
            <a:endParaRPr kumimoji="1" lang="ja-JP" altLang="en-US"/>
          </a:p>
        </p:txBody>
      </p:sp>
      <p:pic>
        <p:nvPicPr>
          <p:cNvPr id="1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27" y="404665"/>
            <a:ext cx="2525819" cy="575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テキスト ボックス 1"/>
          <p:cNvSpPr txBox="1">
            <a:spLocks noChangeArrowheads="1"/>
          </p:cNvSpPr>
          <p:nvPr userDrawn="1"/>
        </p:nvSpPr>
        <p:spPr bwMode="auto">
          <a:xfrm>
            <a:off x="8047768" y="163599"/>
            <a:ext cx="930684" cy="37087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Secret(</a:t>
            </a:r>
            <a:r>
              <a:rPr lang="ja-JP" altLang="en-US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秘</a:t>
            </a: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endParaRPr lang="ja-JP" altLang="en-US" sz="110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73507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本文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8560136" y="6600289"/>
            <a:ext cx="465282" cy="221109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B7EA9F2B-C7B5-4957-858E-C8B52E76DAA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18582" y="6597353"/>
            <a:ext cx="8375084" cy="22110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164108" y="177039"/>
            <a:ext cx="7445560" cy="360040"/>
          </a:xfrm>
          <a:prstGeom prst="rect">
            <a:avLst/>
          </a:prstGeom>
        </p:spPr>
        <p:txBody>
          <a:bodyPr wrap="none" tIns="108000" anchor="ctr" anchorCtr="0"/>
          <a:lstStyle>
            <a:lvl1pPr algn="l">
              <a:defRPr sz="2200"/>
            </a:lvl1pPr>
          </a:lstStyle>
          <a:p>
            <a:r>
              <a:rPr kumimoji="1" lang="ja-JP" altLang="en-US"/>
              <a:t>タイトル　メイリオ</a:t>
            </a:r>
            <a:r>
              <a:rPr kumimoji="1" lang="en-US" altLang="ja-JP"/>
              <a:t>16~22pt</a:t>
            </a:r>
            <a:endParaRPr kumimoji="1" lang="ja-JP" altLang="en-US"/>
          </a:p>
        </p:txBody>
      </p:sp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08" y="651861"/>
            <a:ext cx="8814344" cy="60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4274130-24C5-F5EF-0E41-5D0C1FADAC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021782" y="163599"/>
            <a:ext cx="956670" cy="37087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Secret(</a:t>
            </a:r>
            <a:r>
              <a:rPr lang="ja-JP" altLang="en-US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秘</a:t>
            </a: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endParaRPr lang="ja-JP" altLang="en-US" sz="110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056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本文_テキストなし_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8560136" y="6600289"/>
            <a:ext cx="465282" cy="221109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B7EA9F2B-C7B5-4957-858E-C8B52E76DAA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18582" y="6597353"/>
            <a:ext cx="8375084" cy="22110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テキスト ボックス 1"/>
          <p:cNvSpPr txBox="1">
            <a:spLocks noChangeArrowheads="1"/>
          </p:cNvSpPr>
          <p:nvPr userDrawn="1"/>
        </p:nvSpPr>
        <p:spPr bwMode="auto">
          <a:xfrm>
            <a:off x="8063344" y="163599"/>
            <a:ext cx="915107" cy="37087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Secret(</a:t>
            </a:r>
            <a:r>
              <a:rPr lang="ja-JP" altLang="en-US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秘</a:t>
            </a: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endParaRPr lang="ja-JP" altLang="en-US" sz="110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" name="タイトル 1"/>
          <p:cNvSpPr>
            <a:spLocks noGrp="1"/>
          </p:cNvSpPr>
          <p:nvPr>
            <p:ph type="title" hasCustomPrompt="1"/>
          </p:nvPr>
        </p:nvSpPr>
        <p:spPr>
          <a:xfrm>
            <a:off x="164108" y="177039"/>
            <a:ext cx="7445560" cy="360040"/>
          </a:xfrm>
          <a:prstGeom prst="rect">
            <a:avLst/>
          </a:prstGeom>
        </p:spPr>
        <p:txBody>
          <a:bodyPr wrap="none" tIns="108000" anchor="ctr" anchorCtr="0"/>
          <a:lstStyle>
            <a:lvl1pPr algn="l">
              <a:defRPr sz="2200"/>
            </a:lvl1pPr>
          </a:lstStyle>
          <a:p>
            <a:r>
              <a:rPr kumimoji="1" lang="ja-JP" altLang="en-US"/>
              <a:t>タイトル　メイリオ</a:t>
            </a:r>
            <a:r>
              <a:rPr kumimoji="1" lang="en-US" altLang="ja-JP"/>
              <a:t>16~22pt</a:t>
            </a:r>
            <a:endParaRPr kumimoji="1" lang="ja-JP" altLang="en-US"/>
          </a:p>
        </p:txBody>
      </p:sp>
      <p:pic>
        <p:nvPicPr>
          <p:cNvPr id="1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08" y="651861"/>
            <a:ext cx="8814344" cy="60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1813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本文_テキストあり_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8560136" y="6600289"/>
            <a:ext cx="465282" cy="221109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B7EA9F2B-C7B5-4957-858E-C8B52E76DAA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18582" y="6597353"/>
            <a:ext cx="8375084" cy="22110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テキスト ボックス 1"/>
          <p:cNvSpPr txBox="1">
            <a:spLocks noChangeArrowheads="1"/>
          </p:cNvSpPr>
          <p:nvPr userDrawn="1"/>
        </p:nvSpPr>
        <p:spPr bwMode="auto">
          <a:xfrm>
            <a:off x="8084126" y="163599"/>
            <a:ext cx="894325" cy="37087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Secret(</a:t>
            </a:r>
            <a:r>
              <a:rPr lang="ja-JP" altLang="en-US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秘</a:t>
            </a: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endParaRPr lang="ja-JP" altLang="en-US" sz="110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" name="タイトル 1"/>
          <p:cNvSpPr>
            <a:spLocks noGrp="1"/>
          </p:cNvSpPr>
          <p:nvPr>
            <p:ph type="title" hasCustomPrompt="1"/>
          </p:nvPr>
        </p:nvSpPr>
        <p:spPr>
          <a:xfrm>
            <a:off x="164108" y="177039"/>
            <a:ext cx="7445560" cy="360040"/>
          </a:xfrm>
          <a:prstGeom prst="rect">
            <a:avLst/>
          </a:prstGeom>
        </p:spPr>
        <p:txBody>
          <a:bodyPr wrap="none" tIns="108000" anchor="ctr" anchorCtr="0"/>
          <a:lstStyle>
            <a:lvl1pPr algn="l">
              <a:defRPr sz="2200"/>
            </a:lvl1pPr>
          </a:lstStyle>
          <a:p>
            <a:r>
              <a:rPr kumimoji="1" lang="ja-JP" altLang="en-US"/>
              <a:t>タイトル　メイリオ</a:t>
            </a:r>
            <a:r>
              <a:rPr kumimoji="1" lang="en-US" altLang="ja-JP"/>
              <a:t>16~22pt</a:t>
            </a:r>
            <a:endParaRPr kumimoji="1" lang="ja-JP" altLang="en-US"/>
          </a:p>
        </p:txBody>
      </p:sp>
      <p:pic>
        <p:nvPicPr>
          <p:cNvPr id="1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08" y="651861"/>
            <a:ext cx="8814344" cy="60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テキスト プレースホルダー 2"/>
          <p:cNvSpPr>
            <a:spLocks noGrp="1"/>
          </p:cNvSpPr>
          <p:nvPr>
            <p:ph type="body" sz="quarter" idx="12" hasCustomPrompt="1"/>
          </p:nvPr>
        </p:nvSpPr>
        <p:spPr>
          <a:xfrm>
            <a:off x="137057" y="829734"/>
            <a:ext cx="8841396" cy="56956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テキスト　メイリオ</a:t>
            </a:r>
            <a:r>
              <a:rPr kumimoji="1" lang="en-US" altLang="ja-JP"/>
              <a:t>12~24pt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538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1_最終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041" y="2549560"/>
            <a:ext cx="5501920" cy="16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8747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7620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1_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miyazu\Desktop\ブランド関連仕掛\パワポテンプレート\DAIKINlogo_2000px_RGB.jpg">
            <a:extLst>
              <a:ext uri="{FF2B5EF4-FFF2-40B4-BE49-F238E27FC236}">
                <a16:creationId xmlns:a16="http://schemas.microsoft.com/office/drawing/2014/main" id="{DE3CD895-CBD5-49E7-9632-AC042F400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042" y="2414814"/>
            <a:ext cx="5501920" cy="202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9253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2375913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61" y="280432"/>
            <a:ext cx="2744856" cy="824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583866" y="2378343"/>
            <a:ext cx="7463903" cy="868681"/>
          </a:xfrm>
          <a:prstGeom prst="rect">
            <a:avLst/>
          </a:prstGeom>
        </p:spPr>
        <p:txBody>
          <a:bodyPr wrap="none" tIns="144000" anchor="ctr">
            <a:spAutoFit/>
          </a:bodyPr>
          <a:lstStyle>
            <a:lvl1pPr algn="l">
              <a:defRPr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タイトル　メイリオ</a:t>
            </a:r>
            <a:r>
              <a:rPr kumimoji="1" lang="en-US" altLang="ja-JP"/>
              <a:t>24~44p</a:t>
            </a:r>
            <a:endParaRPr kumimoji="1" lang="ja-JP" altLang="en-US"/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583866" y="3897946"/>
            <a:ext cx="6454011" cy="684015"/>
          </a:xfrm>
          <a:prstGeom prst="rect">
            <a:avLst/>
          </a:prstGeom>
        </p:spPr>
        <p:txBody>
          <a:bodyPr wrap="none" tIns="144000" anchor="ctr" anchorCtr="0">
            <a:spAutoFit/>
          </a:bodyPr>
          <a:lstStyle>
            <a:lvl1pPr marL="0" indent="0" algn="l">
              <a:buNone/>
              <a:defRPr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サブタイトル　メイリオ</a:t>
            </a:r>
            <a:r>
              <a:rPr kumimoji="1" lang="en-US" altLang="ja-JP"/>
              <a:t>20~32pt</a:t>
            </a:r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3675466" y="5752844"/>
            <a:ext cx="4884671" cy="560905"/>
          </a:xfrm>
          <a:prstGeom prst="rect">
            <a:avLst/>
          </a:prstGeom>
        </p:spPr>
        <p:txBody>
          <a:bodyPr wrap="none" tIns="144000" anchor="ctr" anchorCtr="0">
            <a:spAutoFit/>
          </a:bodyPr>
          <a:lstStyle>
            <a:lvl1pPr marL="0" indent="0" algn="r">
              <a:buNone/>
              <a:defRPr sz="240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所属、氏名等　メイリオ</a:t>
            </a:r>
            <a:r>
              <a:rPr kumimoji="1" lang="en-US" altLang="ja-JP"/>
              <a:t>16~24pt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647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表紙_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583866" y="2378343"/>
            <a:ext cx="7463903" cy="868681"/>
          </a:xfrm>
          <a:prstGeom prst="rect">
            <a:avLst/>
          </a:prstGeom>
        </p:spPr>
        <p:txBody>
          <a:bodyPr wrap="none" tIns="144000" anchor="ctr">
            <a:spAutoFit/>
          </a:bodyPr>
          <a:lstStyle>
            <a:lvl1pPr algn="l">
              <a:defRPr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タイトル　メイリオ</a:t>
            </a:r>
            <a:r>
              <a:rPr kumimoji="1" lang="en-US" altLang="ja-JP"/>
              <a:t>24~44p</a:t>
            </a:r>
            <a:endParaRPr kumimoji="1" lang="ja-JP" altLang="en-US"/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583866" y="3897946"/>
            <a:ext cx="6454011" cy="684015"/>
          </a:xfrm>
          <a:prstGeom prst="rect">
            <a:avLst/>
          </a:prstGeom>
        </p:spPr>
        <p:txBody>
          <a:bodyPr wrap="none" tIns="144000" anchor="ctr" anchorCtr="0">
            <a:spAutoFit/>
          </a:bodyPr>
          <a:lstStyle>
            <a:lvl1pPr marL="0" indent="0" algn="l">
              <a:buNone/>
              <a:defRPr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サブタイトル　メイリオ</a:t>
            </a:r>
            <a:r>
              <a:rPr kumimoji="1" lang="en-US" altLang="ja-JP"/>
              <a:t>20~32pt</a:t>
            </a:r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3675466" y="5752844"/>
            <a:ext cx="4884671" cy="560905"/>
          </a:xfrm>
          <a:prstGeom prst="rect">
            <a:avLst/>
          </a:prstGeom>
        </p:spPr>
        <p:txBody>
          <a:bodyPr wrap="none" tIns="144000" anchor="ctr" anchorCtr="0">
            <a:spAutoFit/>
          </a:bodyPr>
          <a:lstStyle>
            <a:lvl1pPr marL="0" indent="0" algn="r">
              <a:buNone/>
              <a:defRPr sz="240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所属、氏名等　メイリオ</a:t>
            </a:r>
            <a:r>
              <a:rPr kumimoji="1" lang="en-US" altLang="ja-JP"/>
              <a:t>16~24pt</a:t>
            </a:r>
            <a:endParaRPr kumimoji="1" lang="ja-JP" altLang="en-US"/>
          </a:p>
        </p:txBody>
      </p:sp>
      <p:pic>
        <p:nvPicPr>
          <p:cNvPr id="1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28" y="404665"/>
            <a:ext cx="2525819" cy="575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テキスト ボックス 1"/>
          <p:cNvSpPr txBox="1">
            <a:spLocks noChangeArrowheads="1"/>
          </p:cNvSpPr>
          <p:nvPr userDrawn="1"/>
        </p:nvSpPr>
        <p:spPr bwMode="auto">
          <a:xfrm>
            <a:off x="7671736" y="163599"/>
            <a:ext cx="1306716" cy="37087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Secret(</a:t>
            </a:r>
            <a:r>
              <a:rPr lang="ja-JP" altLang="en-US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秘</a:t>
            </a: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endParaRPr lang="ja-JP" altLang="en-US" sz="110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7671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本文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8560136" y="6600291"/>
            <a:ext cx="465282" cy="221109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B7EA9F2B-C7B5-4957-858E-C8B52E76DAA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18582" y="6597355"/>
            <a:ext cx="8375084" cy="22110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164109" y="177039"/>
            <a:ext cx="7445560" cy="360040"/>
          </a:xfrm>
          <a:prstGeom prst="rect">
            <a:avLst/>
          </a:prstGeom>
        </p:spPr>
        <p:txBody>
          <a:bodyPr wrap="none" tIns="108000" anchor="ctr" anchorCtr="0"/>
          <a:lstStyle>
            <a:lvl1pPr algn="l">
              <a:defRPr sz="2200"/>
            </a:lvl1pPr>
          </a:lstStyle>
          <a:p>
            <a:r>
              <a:rPr kumimoji="1" lang="ja-JP" altLang="en-US"/>
              <a:t>タイトル　メイリオ</a:t>
            </a:r>
            <a:r>
              <a:rPr kumimoji="1" lang="en-US" altLang="ja-JP"/>
              <a:t>16~22pt</a:t>
            </a:r>
            <a:endParaRPr kumimoji="1" lang="ja-JP" altLang="en-US"/>
          </a:p>
        </p:txBody>
      </p:sp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09" y="651863"/>
            <a:ext cx="8814344" cy="60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4274130-24C5-F5EF-0E41-5D0C1FADAC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71736" y="163599"/>
            <a:ext cx="1306716" cy="37087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Secret(</a:t>
            </a:r>
            <a:r>
              <a:rPr lang="ja-JP" altLang="en-US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秘</a:t>
            </a: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endParaRPr lang="ja-JP" altLang="en-US" sz="110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9897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本文_テキストなし_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8560136" y="6600291"/>
            <a:ext cx="465282" cy="221109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B7EA9F2B-C7B5-4957-858E-C8B52E76DAA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18582" y="6597355"/>
            <a:ext cx="8375084" cy="22110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テキスト ボックス 1"/>
          <p:cNvSpPr txBox="1">
            <a:spLocks noChangeArrowheads="1"/>
          </p:cNvSpPr>
          <p:nvPr userDrawn="1"/>
        </p:nvSpPr>
        <p:spPr bwMode="auto">
          <a:xfrm>
            <a:off x="7671736" y="163599"/>
            <a:ext cx="1306716" cy="37087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Secret(</a:t>
            </a:r>
            <a:r>
              <a:rPr lang="ja-JP" altLang="en-US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秘</a:t>
            </a: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endParaRPr lang="ja-JP" altLang="en-US" sz="110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" name="タイトル 1"/>
          <p:cNvSpPr>
            <a:spLocks noGrp="1"/>
          </p:cNvSpPr>
          <p:nvPr>
            <p:ph type="title" hasCustomPrompt="1"/>
          </p:nvPr>
        </p:nvSpPr>
        <p:spPr>
          <a:xfrm>
            <a:off x="164109" y="177039"/>
            <a:ext cx="7445560" cy="360040"/>
          </a:xfrm>
          <a:prstGeom prst="rect">
            <a:avLst/>
          </a:prstGeom>
        </p:spPr>
        <p:txBody>
          <a:bodyPr wrap="none" tIns="108000" anchor="ctr" anchorCtr="0"/>
          <a:lstStyle>
            <a:lvl1pPr algn="l">
              <a:defRPr sz="2200"/>
            </a:lvl1pPr>
          </a:lstStyle>
          <a:p>
            <a:r>
              <a:rPr kumimoji="1" lang="ja-JP" altLang="en-US"/>
              <a:t>タイトル　メイリオ</a:t>
            </a:r>
            <a:r>
              <a:rPr kumimoji="1" lang="en-US" altLang="ja-JP"/>
              <a:t>16~22pt</a:t>
            </a:r>
            <a:endParaRPr kumimoji="1" lang="ja-JP" altLang="en-US"/>
          </a:p>
        </p:txBody>
      </p:sp>
      <p:pic>
        <p:nvPicPr>
          <p:cNvPr id="1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09" y="651863"/>
            <a:ext cx="8814344" cy="60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7485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本文_テキストあり_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8560136" y="6600291"/>
            <a:ext cx="465282" cy="221109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B7EA9F2B-C7B5-4957-858E-C8B52E76DAA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18582" y="6597355"/>
            <a:ext cx="8375084" cy="22110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テキスト ボックス 1"/>
          <p:cNvSpPr txBox="1">
            <a:spLocks noChangeArrowheads="1"/>
          </p:cNvSpPr>
          <p:nvPr userDrawn="1"/>
        </p:nvSpPr>
        <p:spPr bwMode="auto">
          <a:xfrm>
            <a:off x="7671736" y="163599"/>
            <a:ext cx="1306716" cy="37087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Secret(</a:t>
            </a:r>
            <a:r>
              <a:rPr lang="ja-JP" altLang="en-US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秘</a:t>
            </a: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endParaRPr lang="ja-JP" altLang="en-US" sz="110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" name="タイトル 1"/>
          <p:cNvSpPr>
            <a:spLocks noGrp="1"/>
          </p:cNvSpPr>
          <p:nvPr>
            <p:ph type="title" hasCustomPrompt="1"/>
          </p:nvPr>
        </p:nvSpPr>
        <p:spPr>
          <a:xfrm>
            <a:off x="164109" y="177039"/>
            <a:ext cx="7445560" cy="360040"/>
          </a:xfrm>
          <a:prstGeom prst="rect">
            <a:avLst/>
          </a:prstGeom>
        </p:spPr>
        <p:txBody>
          <a:bodyPr wrap="none" tIns="108000" anchor="ctr" anchorCtr="0"/>
          <a:lstStyle>
            <a:lvl1pPr algn="l">
              <a:defRPr sz="2200"/>
            </a:lvl1pPr>
          </a:lstStyle>
          <a:p>
            <a:r>
              <a:rPr kumimoji="1" lang="ja-JP" altLang="en-US"/>
              <a:t>タイトル　メイリオ</a:t>
            </a:r>
            <a:r>
              <a:rPr kumimoji="1" lang="en-US" altLang="ja-JP"/>
              <a:t>16~22pt</a:t>
            </a:r>
            <a:endParaRPr kumimoji="1" lang="ja-JP" altLang="en-US"/>
          </a:p>
        </p:txBody>
      </p:sp>
      <p:pic>
        <p:nvPicPr>
          <p:cNvPr id="1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09" y="651863"/>
            <a:ext cx="8814344" cy="60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テキスト プレースホルダー 2"/>
          <p:cNvSpPr>
            <a:spLocks noGrp="1"/>
          </p:cNvSpPr>
          <p:nvPr>
            <p:ph type="body" sz="quarter" idx="12" hasCustomPrompt="1"/>
          </p:nvPr>
        </p:nvSpPr>
        <p:spPr>
          <a:xfrm>
            <a:off x="137057" y="829734"/>
            <a:ext cx="8841396" cy="56956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テキスト　メイリオ</a:t>
            </a:r>
            <a:r>
              <a:rPr kumimoji="1" lang="en-US" altLang="ja-JP"/>
              <a:t>12~24pt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961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本文_テキストあり_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E569537-20E3-07EC-8681-19F8C9DF02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08721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73" imgH="476" progId="TCLayout.ActiveDocument.1">
                  <p:embed/>
                </p:oleObj>
              </mc:Choice>
              <mc:Fallback>
                <p:oleObj name="think-cellスライド" r:id="rId3" imgW="473" imgH="47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569537-20E3-07EC-8681-19F8C9DF02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8560136" y="6600291"/>
            <a:ext cx="465282" cy="221109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B7EA9F2B-C7B5-4957-858E-C8B52E76DAA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ボックス 1"/>
          <p:cNvSpPr txBox="1">
            <a:spLocks noChangeArrowheads="1"/>
          </p:cNvSpPr>
          <p:nvPr userDrawn="1"/>
        </p:nvSpPr>
        <p:spPr bwMode="auto">
          <a:xfrm>
            <a:off x="7671736" y="163599"/>
            <a:ext cx="1306716" cy="37087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Secret(</a:t>
            </a:r>
            <a:r>
              <a:rPr lang="ja-JP" altLang="en-US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秘</a:t>
            </a: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endParaRPr lang="ja-JP" altLang="en-US" sz="110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09" y="651863"/>
            <a:ext cx="8814344" cy="60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9888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1_最終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042" y="2549560"/>
            <a:ext cx="5501920" cy="16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4563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9547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1_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miyazu\Desktop\ブランド関連仕掛\パワポテンプレート\DAIKINlogo_2000px_RGB.jpg">
            <a:extLst>
              <a:ext uri="{FF2B5EF4-FFF2-40B4-BE49-F238E27FC236}">
                <a16:creationId xmlns:a16="http://schemas.microsoft.com/office/drawing/2014/main" id="{DE3CD895-CBD5-49E7-9632-AC042F400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042" y="2414816"/>
            <a:ext cx="5501920" cy="202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97625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61" y="280432"/>
            <a:ext cx="2744856" cy="824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583867" y="2378344"/>
            <a:ext cx="7463903" cy="868681"/>
          </a:xfrm>
          <a:prstGeom prst="rect">
            <a:avLst/>
          </a:prstGeom>
        </p:spPr>
        <p:txBody>
          <a:bodyPr wrap="none" tIns="144000" anchor="ctr">
            <a:spAutoFit/>
          </a:bodyPr>
          <a:lstStyle>
            <a:lvl1pPr algn="l">
              <a:defRPr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タイトル　メイリオ</a:t>
            </a:r>
            <a:r>
              <a:rPr kumimoji="1" lang="en-US" altLang="ja-JP"/>
              <a:t>24~44p</a:t>
            </a:r>
            <a:endParaRPr kumimoji="1" lang="ja-JP" altLang="en-US"/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583867" y="3897948"/>
            <a:ext cx="6454011" cy="684015"/>
          </a:xfrm>
          <a:prstGeom prst="rect">
            <a:avLst/>
          </a:prstGeom>
        </p:spPr>
        <p:txBody>
          <a:bodyPr wrap="none" tIns="144000" anchor="ctr" anchorCtr="0">
            <a:spAutoFit/>
          </a:bodyPr>
          <a:lstStyle>
            <a:lvl1pPr marL="0" indent="0" algn="l">
              <a:buNone/>
              <a:defRPr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サブタイトル　メイリオ</a:t>
            </a:r>
            <a:r>
              <a:rPr kumimoji="1" lang="en-US" altLang="ja-JP"/>
              <a:t>20~32pt</a:t>
            </a:r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3675466" y="5752845"/>
            <a:ext cx="4884671" cy="560905"/>
          </a:xfrm>
          <a:prstGeom prst="rect">
            <a:avLst/>
          </a:prstGeom>
        </p:spPr>
        <p:txBody>
          <a:bodyPr wrap="none" tIns="144000" anchor="ctr" anchorCtr="0">
            <a:spAutoFit/>
          </a:bodyPr>
          <a:lstStyle>
            <a:lvl1pPr marL="0" indent="0" algn="r">
              <a:buNone/>
              <a:defRPr sz="240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所属、氏名等　メイリオ</a:t>
            </a:r>
            <a:r>
              <a:rPr kumimoji="1" lang="en-US" altLang="ja-JP"/>
              <a:t>16~24pt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55461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表紙_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583867" y="2378344"/>
            <a:ext cx="7463903" cy="868681"/>
          </a:xfrm>
          <a:prstGeom prst="rect">
            <a:avLst/>
          </a:prstGeom>
        </p:spPr>
        <p:txBody>
          <a:bodyPr wrap="none" tIns="144000" anchor="ctr">
            <a:spAutoFit/>
          </a:bodyPr>
          <a:lstStyle>
            <a:lvl1pPr algn="l">
              <a:defRPr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タイトル　メイリオ</a:t>
            </a:r>
            <a:r>
              <a:rPr kumimoji="1" lang="en-US" altLang="ja-JP"/>
              <a:t>24~44p</a:t>
            </a:r>
            <a:endParaRPr kumimoji="1" lang="ja-JP" altLang="en-US"/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583867" y="3897948"/>
            <a:ext cx="6454011" cy="684015"/>
          </a:xfrm>
          <a:prstGeom prst="rect">
            <a:avLst/>
          </a:prstGeom>
        </p:spPr>
        <p:txBody>
          <a:bodyPr wrap="none" tIns="144000" anchor="ctr" anchorCtr="0">
            <a:spAutoFit/>
          </a:bodyPr>
          <a:lstStyle>
            <a:lvl1pPr marL="0" indent="0" algn="l">
              <a:buNone/>
              <a:defRPr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サブタイトル　メイリオ</a:t>
            </a:r>
            <a:r>
              <a:rPr kumimoji="1" lang="en-US" altLang="ja-JP"/>
              <a:t>20~32pt</a:t>
            </a:r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3675466" y="5752845"/>
            <a:ext cx="4884671" cy="560905"/>
          </a:xfrm>
          <a:prstGeom prst="rect">
            <a:avLst/>
          </a:prstGeom>
        </p:spPr>
        <p:txBody>
          <a:bodyPr wrap="none" tIns="144000" anchor="ctr" anchorCtr="0">
            <a:spAutoFit/>
          </a:bodyPr>
          <a:lstStyle>
            <a:lvl1pPr marL="0" indent="0" algn="r">
              <a:buNone/>
              <a:defRPr sz="240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所属、氏名等　メイリオ</a:t>
            </a:r>
            <a:r>
              <a:rPr kumimoji="1" lang="en-US" altLang="ja-JP"/>
              <a:t>16~24pt</a:t>
            </a:r>
            <a:endParaRPr kumimoji="1" lang="ja-JP" altLang="en-US"/>
          </a:p>
        </p:txBody>
      </p:sp>
      <p:pic>
        <p:nvPicPr>
          <p:cNvPr id="1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29" y="404665"/>
            <a:ext cx="2525819" cy="575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テキスト ボックス 1"/>
          <p:cNvSpPr txBox="1">
            <a:spLocks noChangeArrowheads="1"/>
          </p:cNvSpPr>
          <p:nvPr userDrawn="1"/>
        </p:nvSpPr>
        <p:spPr bwMode="auto">
          <a:xfrm>
            <a:off x="7671736" y="163599"/>
            <a:ext cx="1306716" cy="37087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Secret(</a:t>
            </a:r>
            <a:r>
              <a:rPr lang="ja-JP" altLang="en-US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秘</a:t>
            </a: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endParaRPr lang="ja-JP" altLang="en-US" sz="110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4079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本文_テキスト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8560136" y="6600293"/>
            <a:ext cx="465282" cy="221109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B7EA9F2B-C7B5-4957-858E-C8B52E76DAA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18582" y="6597357"/>
            <a:ext cx="8375084" cy="22110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164109" y="177039"/>
            <a:ext cx="7445560" cy="360040"/>
          </a:xfrm>
          <a:prstGeom prst="rect">
            <a:avLst/>
          </a:prstGeom>
        </p:spPr>
        <p:txBody>
          <a:bodyPr wrap="none" tIns="108000" anchor="ctr" anchorCtr="0"/>
          <a:lstStyle>
            <a:lvl1pPr algn="l">
              <a:defRPr sz="2200"/>
            </a:lvl1pPr>
          </a:lstStyle>
          <a:p>
            <a:r>
              <a:rPr kumimoji="1" lang="ja-JP" altLang="en-US"/>
              <a:t>タイトル　メイリオ</a:t>
            </a:r>
            <a:r>
              <a:rPr kumimoji="1" lang="en-US" altLang="ja-JP"/>
              <a:t>16~22pt</a:t>
            </a:r>
            <a:endParaRPr kumimoji="1" lang="ja-JP" altLang="en-US"/>
          </a:p>
        </p:txBody>
      </p:sp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10" y="651865"/>
            <a:ext cx="8814344" cy="60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4274130-24C5-F5EF-0E41-5D0C1FADAC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71736" y="163599"/>
            <a:ext cx="1306716" cy="37087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Secret(</a:t>
            </a:r>
            <a:r>
              <a:rPr lang="ja-JP" altLang="en-US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秘</a:t>
            </a: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endParaRPr lang="ja-JP" altLang="en-US" sz="110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25151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本文_テキストなし_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8560136" y="6600293"/>
            <a:ext cx="465282" cy="221109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B7EA9F2B-C7B5-4957-858E-C8B52E76DAA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18582" y="6597357"/>
            <a:ext cx="8375084" cy="22110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テキスト ボックス 1"/>
          <p:cNvSpPr txBox="1">
            <a:spLocks noChangeArrowheads="1"/>
          </p:cNvSpPr>
          <p:nvPr userDrawn="1"/>
        </p:nvSpPr>
        <p:spPr bwMode="auto">
          <a:xfrm>
            <a:off x="7671736" y="163599"/>
            <a:ext cx="1306716" cy="37087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Secret(</a:t>
            </a:r>
            <a:r>
              <a:rPr lang="ja-JP" altLang="en-US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秘</a:t>
            </a: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endParaRPr lang="ja-JP" altLang="en-US" sz="110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" name="タイトル 1"/>
          <p:cNvSpPr>
            <a:spLocks noGrp="1"/>
          </p:cNvSpPr>
          <p:nvPr>
            <p:ph type="title" hasCustomPrompt="1"/>
          </p:nvPr>
        </p:nvSpPr>
        <p:spPr>
          <a:xfrm>
            <a:off x="164109" y="177039"/>
            <a:ext cx="7445560" cy="360040"/>
          </a:xfrm>
          <a:prstGeom prst="rect">
            <a:avLst/>
          </a:prstGeom>
        </p:spPr>
        <p:txBody>
          <a:bodyPr wrap="none" tIns="108000" anchor="ctr" anchorCtr="0"/>
          <a:lstStyle>
            <a:lvl1pPr algn="l">
              <a:defRPr sz="2200"/>
            </a:lvl1pPr>
          </a:lstStyle>
          <a:p>
            <a:r>
              <a:rPr kumimoji="1" lang="ja-JP" altLang="en-US"/>
              <a:t>タイトル　メイリオ</a:t>
            </a:r>
            <a:r>
              <a:rPr kumimoji="1" lang="en-US" altLang="ja-JP"/>
              <a:t>16~22pt</a:t>
            </a:r>
            <a:endParaRPr kumimoji="1" lang="ja-JP" altLang="en-US"/>
          </a:p>
        </p:txBody>
      </p:sp>
      <p:pic>
        <p:nvPicPr>
          <p:cNvPr id="1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10" y="651865"/>
            <a:ext cx="8814344" cy="60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26791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本文_テキストあり_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8560136" y="6600293"/>
            <a:ext cx="465282" cy="221109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B7EA9F2B-C7B5-4957-858E-C8B52E76DAA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18582" y="6597357"/>
            <a:ext cx="8375084" cy="221109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テキスト ボックス 1"/>
          <p:cNvSpPr txBox="1">
            <a:spLocks noChangeArrowheads="1"/>
          </p:cNvSpPr>
          <p:nvPr userDrawn="1"/>
        </p:nvSpPr>
        <p:spPr bwMode="auto">
          <a:xfrm>
            <a:off x="7671736" y="163599"/>
            <a:ext cx="1306716" cy="37087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Secret(</a:t>
            </a:r>
            <a:r>
              <a:rPr lang="ja-JP" altLang="en-US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秘</a:t>
            </a: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endParaRPr lang="ja-JP" altLang="en-US" sz="110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" name="タイトル 1"/>
          <p:cNvSpPr>
            <a:spLocks noGrp="1"/>
          </p:cNvSpPr>
          <p:nvPr>
            <p:ph type="title" hasCustomPrompt="1"/>
          </p:nvPr>
        </p:nvSpPr>
        <p:spPr>
          <a:xfrm>
            <a:off x="164109" y="177039"/>
            <a:ext cx="7445560" cy="360040"/>
          </a:xfrm>
          <a:prstGeom prst="rect">
            <a:avLst/>
          </a:prstGeom>
        </p:spPr>
        <p:txBody>
          <a:bodyPr wrap="none" tIns="108000" anchor="ctr" anchorCtr="0"/>
          <a:lstStyle>
            <a:lvl1pPr algn="l">
              <a:defRPr sz="2200"/>
            </a:lvl1pPr>
          </a:lstStyle>
          <a:p>
            <a:r>
              <a:rPr kumimoji="1" lang="ja-JP" altLang="en-US"/>
              <a:t>タイトル　メイリオ</a:t>
            </a:r>
            <a:r>
              <a:rPr kumimoji="1" lang="en-US" altLang="ja-JP"/>
              <a:t>16~22pt</a:t>
            </a:r>
            <a:endParaRPr kumimoji="1" lang="ja-JP" altLang="en-US"/>
          </a:p>
        </p:txBody>
      </p:sp>
      <p:pic>
        <p:nvPicPr>
          <p:cNvPr id="1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10" y="651865"/>
            <a:ext cx="8814344" cy="60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テキスト プレースホルダー 2"/>
          <p:cNvSpPr>
            <a:spLocks noGrp="1"/>
          </p:cNvSpPr>
          <p:nvPr>
            <p:ph type="body" sz="quarter" idx="12" hasCustomPrompt="1"/>
          </p:nvPr>
        </p:nvSpPr>
        <p:spPr>
          <a:xfrm>
            <a:off x="137057" y="829734"/>
            <a:ext cx="8841396" cy="56956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テキスト　メイリオ</a:t>
            </a:r>
            <a:r>
              <a:rPr kumimoji="1" lang="en-US" altLang="ja-JP"/>
              <a:t>12~24pt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3810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本文_テキストあり_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E569537-20E3-07EC-8681-19F8C9DF02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087215"/>
              </p:ext>
            </p:ext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73" imgH="476" progId="TCLayout.ActiveDocument.1">
                  <p:embed/>
                </p:oleObj>
              </mc:Choice>
              <mc:Fallback>
                <p:oleObj name="think-cellスライド" r:id="rId3" imgW="473" imgH="47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569537-20E3-07EC-8681-19F8C9DF02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8560136" y="6600293"/>
            <a:ext cx="465282" cy="221109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B7EA9F2B-C7B5-4957-858E-C8B52E76DAA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ボックス 1"/>
          <p:cNvSpPr txBox="1">
            <a:spLocks noChangeArrowheads="1"/>
          </p:cNvSpPr>
          <p:nvPr userDrawn="1"/>
        </p:nvSpPr>
        <p:spPr bwMode="auto">
          <a:xfrm>
            <a:off x="7671736" y="163599"/>
            <a:ext cx="1306716" cy="37087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>
            <a:noAutofit/>
          </a:bodyPr>
          <a:lstStyle>
            <a:lvl1pPr eaLnBrk="0" hangingPunct="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Secret(</a:t>
            </a:r>
            <a:r>
              <a:rPr lang="ja-JP" altLang="en-US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秘</a:t>
            </a:r>
            <a:r>
              <a:rPr lang="en-US" altLang="ja-JP" sz="110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)</a:t>
            </a:r>
            <a:endParaRPr lang="ja-JP" altLang="en-US" sz="110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10" y="651865"/>
            <a:ext cx="8814344" cy="60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153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1_最終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042" y="2549560"/>
            <a:ext cx="5501920" cy="16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9639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0349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1_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miyazu\Desktop\ブランド関連仕掛\パワポテンプレート\DAIKINlogo_2000px_RGB.jpg">
            <a:extLst>
              <a:ext uri="{FF2B5EF4-FFF2-40B4-BE49-F238E27FC236}">
                <a16:creationId xmlns:a16="http://schemas.microsoft.com/office/drawing/2014/main" id="{DE3CD895-CBD5-49E7-9632-AC042F400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042" y="2414816"/>
            <a:ext cx="5501920" cy="202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0012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oleObject" Target="../embeddings/oleObject2.bin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oleObject" Target="../embeddings/oleObject4.bin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22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46688D2-1451-CFE2-D369-097D871BFB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6398027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1" imgW="484" imgH="486" progId="TCLayout.ActiveDocument.1">
                  <p:embed/>
                </p:oleObj>
              </mc:Choice>
              <mc:Fallback>
                <p:oleObj name="think-cellスライド" r:id="rId11" imgW="484" imgH="48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6688D2-1451-CFE2-D369-097D871BF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8086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5" r:id="rId2"/>
    <p:sldLayoutId id="2147483734" r:id="rId3"/>
    <p:sldLayoutId id="2147483737" r:id="rId4"/>
    <p:sldLayoutId id="2147483674" r:id="rId5"/>
    <p:sldLayoutId id="2147483675" r:id="rId6"/>
    <p:sldLayoutId id="2147483760" r:id="rId7"/>
    <p:sldLayoutId id="2147483957" r:id="rId8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46688D2-1451-CFE2-D369-097D871BFB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68443371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2" imgW="484" imgH="486" progId="TCLayout.ActiveDocument.1">
                  <p:embed/>
                </p:oleObj>
              </mc:Choice>
              <mc:Fallback>
                <p:oleObj name="think-cellスライド" r:id="rId12" imgW="484" imgH="48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6688D2-1451-CFE2-D369-097D871BF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4014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16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46688D2-1451-CFE2-D369-097D871BFB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24387843"/>
              </p:ext>
            </p:extLst>
          </p:nvPr>
        </p:nvGraphicFramePr>
        <p:xfrm>
          <a:off x="1590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2" imgW="484" imgH="486" progId="TCLayout.ActiveDocument.1">
                  <p:embed/>
                </p:oleObj>
              </mc:Choice>
              <mc:Fallback>
                <p:oleObj name="think-cellスライド" r:id="rId12" imgW="484" imgH="48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6688D2-1451-CFE2-D369-097D871BF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90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511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</p:sldLayoutIdLst>
  <p:hf hdr="0" dt="0"/>
  <p:txStyles>
    <p:titleStyle>
      <a:lvl1pPr algn="ctr" defTabSz="914377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BE8DA-B07F-7BFE-DACD-3D570C9D9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B947BE-ED75-4795-CE88-2F30807052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EA9F2B-C7B5-4957-858E-C8B52E76DAAD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B2AE4D-7B6A-195D-ACA8-4E492525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73405"/>
            <a:ext cx="8915400" cy="2339788"/>
          </a:xfrm>
        </p:spPr>
        <p:txBody>
          <a:bodyPr/>
          <a:lstStyle/>
          <a:p>
            <a:pPr algn="ctr" fontAlgn="t"/>
            <a:r>
              <a:rPr lang="en-US" sz="4000" b="1">
                <a:latin typeface="+mn-lt"/>
              </a:rPr>
              <a:t>Creating the Digital Foundation </a:t>
            </a:r>
            <a:br>
              <a:rPr lang="en-US" sz="4000" b="1">
                <a:latin typeface="+mn-lt"/>
              </a:rPr>
            </a:br>
            <a:r>
              <a:rPr lang="en-US" sz="4000" b="1">
                <a:latin typeface="+mn-lt"/>
              </a:rPr>
              <a:t>for Scalable Growth</a:t>
            </a:r>
            <a:br>
              <a:rPr lang="en-US" sz="3200" b="1">
                <a:latin typeface="+mn-lt"/>
              </a:rPr>
            </a:br>
            <a:br>
              <a:rPr lang="en-US" sz="2800" b="1">
                <a:latin typeface="+mn-lt"/>
              </a:rPr>
            </a:br>
            <a:r>
              <a:rPr lang="en-US" sz="2800">
                <a:latin typeface="+mn-lt"/>
              </a:rPr>
              <a:t>Digital Strategy &amp; Operating Playbook</a:t>
            </a:r>
            <a:endParaRPr lang="en-US" sz="2800" b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0485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3BCBA-B493-FF46-3209-769D6FC6B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C5C572-C604-DC78-22BD-37B0E9F8AF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EA9F2B-C7B5-4957-858E-C8B52E76DAAD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E7845B-B8A3-FAE0-DE0B-F991AEAD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/>
            <a:r>
              <a:rPr lang="en-US" sz="2000">
                <a:latin typeface="+mn-lt"/>
              </a:rPr>
              <a:t>Creating the Digital Foundation for Scalable Growth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1EDCE4-5673-1D25-C932-24457910E2DF}"/>
              </a:ext>
            </a:extLst>
          </p:cNvPr>
          <p:cNvSpPr txBox="1"/>
          <p:nvPr/>
        </p:nvSpPr>
        <p:spPr>
          <a:xfrm>
            <a:off x="265685" y="828576"/>
            <a:ext cx="854401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200" b="1" u="sng">
                <a:ea typeface="Meiryo" panose="020B0604030504040204" pitchFamily="34" charset="-128"/>
                <a:cs typeface="Arial" panose="020B0604020202020204" pitchFamily="34" charset="0"/>
              </a:rPr>
              <a:t>Digital Strategy &amp; Operating Playbook</a:t>
            </a:r>
          </a:p>
          <a:p>
            <a:pPr fontAlgn="t">
              <a:lnSpc>
                <a:spcPct val="120000"/>
              </a:lnSpc>
            </a:pPr>
            <a:r>
              <a:rPr lang="en-US" sz="1200" b="1"/>
              <a:t>Purpose: </a:t>
            </a:r>
            <a:r>
              <a:rPr lang="en-US" sz="1200"/>
              <a:t>Define the digital operating model that enables scalable growth through long‑term homeowner and dealer engagement</a:t>
            </a:r>
          </a:p>
          <a:p>
            <a:pPr fontAlgn="t">
              <a:lnSpc>
                <a:spcPct val="120000"/>
              </a:lnSpc>
            </a:pPr>
            <a:endParaRPr lang="en-US" sz="1200" b="1"/>
          </a:p>
          <a:p>
            <a:pPr fontAlgn="t">
              <a:lnSpc>
                <a:spcPct val="120000"/>
              </a:lnSpc>
            </a:pPr>
            <a:r>
              <a:rPr lang="en-US" sz="1200" b="1"/>
              <a:t>What this playbook enables:</a:t>
            </a:r>
            <a:endParaRPr lang="en-US" sz="1200"/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A consistent, always‑on experience across the homeowner and dealer lifecycle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Engagement that spans before, during, and beyond install and replacement events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The operating layer required to support scalable growth across products, services, and lifecycle value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The foundation for repeat sales, loyalty, and lifetime value </a:t>
            </a:r>
          </a:p>
          <a:p>
            <a:pPr fontAlgn="t">
              <a:lnSpc>
                <a:spcPct val="120000"/>
              </a:lnSpc>
            </a:pPr>
            <a:endParaRPr lang="en-US" sz="1200" b="1">
              <a:solidFill>
                <a:srgbClr val="0070C0"/>
              </a:solidFill>
            </a:endParaRPr>
          </a:p>
          <a:p>
            <a:pPr fontAlgn="t">
              <a:lnSpc>
                <a:spcPct val="120000"/>
              </a:lnSpc>
            </a:pPr>
            <a:r>
              <a:rPr lang="en-US" sz="1200" b="1">
                <a:solidFill>
                  <a:srgbClr val="0070C0"/>
                </a:solidFill>
              </a:rPr>
              <a:t>Takeaway</a:t>
            </a:r>
            <a:r>
              <a:rPr lang="en-US" sz="1200">
                <a:solidFill>
                  <a:srgbClr val="0070C0"/>
                </a:solidFill>
              </a:rPr>
              <a:t>: Digital is the foundation for scalable growth and lifetime value — not a collection of apps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6ACC9F-DDCE-50AC-E87F-13C30841C91D}"/>
              </a:ext>
            </a:extLst>
          </p:cNvPr>
          <p:cNvSpPr txBox="1"/>
          <p:nvPr/>
        </p:nvSpPr>
        <p:spPr>
          <a:xfrm>
            <a:off x="265686" y="3204839"/>
            <a:ext cx="8544018" cy="31947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200" b="1" u="sng"/>
              <a:t>Digital: The Opportunity</a:t>
            </a:r>
          </a:p>
          <a:p>
            <a:pPr fontAlgn="t">
              <a:lnSpc>
                <a:spcPct val="120000"/>
              </a:lnSpc>
            </a:pPr>
            <a:r>
              <a:rPr lang="en-US" sz="1200" b="1"/>
              <a:t>Purpose: </a:t>
            </a:r>
            <a:r>
              <a:rPr lang="en-US" sz="1200"/>
              <a:t>Explain why existing digital investments are not translating into full business impact</a:t>
            </a:r>
            <a:endParaRPr lang="en-US" sz="1200" b="1"/>
          </a:p>
          <a:p>
            <a:pPr fontAlgn="t">
              <a:lnSpc>
                <a:spcPct val="120000"/>
              </a:lnSpc>
            </a:pPr>
            <a:endParaRPr lang="en-US" sz="1200" b="1"/>
          </a:p>
          <a:p>
            <a:pPr fontAlgn="t">
              <a:lnSpc>
                <a:spcPct val="120000"/>
              </a:lnSpc>
            </a:pPr>
            <a:r>
              <a:rPr lang="en-US" sz="1200" b="1"/>
              <a:t>What’s broken today:</a:t>
            </a:r>
            <a:endParaRPr lang="en-US" sz="1200"/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Digital tools, data, and features exist, but are fragmented across teams and platforms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Emails, escalations, and tribal knowledge have become the default operating system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We ship connected hardware and collect rich data, but gaps in usability, workflows, and orchestration limit how effectively that data is turned into action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Fragmentation and known experience gaps keep adoption and engagement across </a:t>
            </a:r>
            <a:r>
              <a:rPr lang="en-US" sz="1200" b="1" err="1"/>
              <a:t>SkyportHome</a:t>
            </a:r>
            <a:r>
              <a:rPr lang="en-US" sz="1200" b="1"/>
              <a:t> </a:t>
            </a:r>
            <a:r>
              <a:rPr lang="en-US" sz="1200"/>
              <a:t>and</a:t>
            </a:r>
            <a:r>
              <a:rPr lang="en-US" sz="1200" b="1"/>
              <a:t> </a:t>
            </a:r>
            <a:r>
              <a:rPr lang="en-US" sz="1200" b="1" err="1"/>
              <a:t>SkyportCare</a:t>
            </a:r>
            <a:r>
              <a:rPr lang="en-US" sz="1200" b="1"/>
              <a:t> </a:t>
            </a:r>
            <a:r>
              <a:rPr lang="en-US" sz="1200"/>
              <a:t>low — stalling the growth flywheel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This inconsistency creates variable dealer experiences and reduces sales efficiency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The Daikin brand experience varies based on who you ask and which tool you use</a:t>
            </a:r>
          </a:p>
          <a:p>
            <a:pPr fontAlgn="t">
              <a:lnSpc>
                <a:spcPct val="120000"/>
              </a:lnSpc>
            </a:pPr>
            <a:endParaRPr lang="en-US" sz="1200" b="1">
              <a:solidFill>
                <a:srgbClr val="0070C0"/>
              </a:solidFill>
            </a:endParaRPr>
          </a:p>
          <a:p>
            <a:pPr fontAlgn="t">
              <a:lnSpc>
                <a:spcPct val="120000"/>
              </a:lnSpc>
            </a:pPr>
            <a:r>
              <a:rPr lang="en-US" sz="1200" b="1">
                <a:solidFill>
                  <a:srgbClr val="0070C0"/>
                </a:solidFill>
              </a:rPr>
              <a:t>Takeaway</a:t>
            </a:r>
            <a:r>
              <a:rPr lang="en-US" sz="1200">
                <a:solidFill>
                  <a:srgbClr val="0070C0"/>
                </a:solidFill>
              </a:rPr>
              <a:t>: Fragmentation prevents adoption, engagement, and the product‑led growth flywheel that scales sales and lifetime value</a:t>
            </a:r>
          </a:p>
        </p:txBody>
      </p:sp>
    </p:spTree>
    <p:extLst>
      <p:ext uri="{BB962C8B-B14F-4D97-AF65-F5344CB8AC3E}">
        <p14:creationId xmlns:p14="http://schemas.microsoft.com/office/powerpoint/2010/main" val="4100034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A6552-3307-2A46-2548-37812B7BF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685110-60D0-CC1D-92C7-BBF7C2DFD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EA9F2B-C7B5-4957-858E-C8B52E76DAAD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6B7446-8894-C39E-B070-4B75E24CA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/>
            <a:r>
              <a:rPr lang="en-US" sz="2000">
                <a:latin typeface="+mn-lt"/>
              </a:rPr>
              <a:t>Defining Digital Ownership and Leverage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3C0494-7CDE-23C2-1E24-A85AB5AC2B5B}"/>
              </a:ext>
            </a:extLst>
          </p:cNvPr>
          <p:cNvSpPr txBox="1"/>
          <p:nvPr/>
        </p:nvSpPr>
        <p:spPr>
          <a:xfrm>
            <a:off x="265686" y="762603"/>
            <a:ext cx="8699720" cy="2936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100" b="1" u="sng">
                <a:ea typeface="Meiryo" panose="020B0604030504040204" pitchFamily="34" charset="-128"/>
                <a:cs typeface="Arial" panose="020B0604020202020204" pitchFamily="34" charset="0"/>
              </a:rPr>
              <a:t>Digital North Star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Purpose: </a:t>
            </a:r>
            <a:r>
              <a:rPr lang="en-US" sz="1100"/>
              <a:t>Define what Digital owns to resolve fragmentation and enable scalable growth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What Digital owns:</a:t>
            </a:r>
            <a:endParaRPr lang="en-US" sz="1100"/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End‑to‑end user journeys across homeowner, dealer, and sales‑facing digital experiences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System and configuration clarity that removes ambiguity in FIT selling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Workflow efficiency that reduces handoffs, rework, and delays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Lifecycle intelligence across before install </a:t>
            </a:r>
            <a:r>
              <a:rPr lang="en-US" sz="1100">
                <a:sym typeface="Wingdings" pitchFamily="2" charset="2"/>
              </a:rPr>
              <a:t></a:t>
            </a:r>
            <a:r>
              <a:rPr lang="en-US" sz="1100"/>
              <a:t> install </a:t>
            </a:r>
            <a:r>
              <a:rPr lang="en-US" sz="1100">
                <a:sym typeface="Wingdings" pitchFamily="2" charset="2"/>
              </a:rPr>
              <a:t></a:t>
            </a:r>
            <a:r>
              <a:rPr lang="en-US" sz="1100"/>
              <a:t> operate </a:t>
            </a:r>
            <a:r>
              <a:rPr lang="en-US" sz="1100">
                <a:sym typeface="Wingdings" pitchFamily="2" charset="2"/>
              </a:rPr>
              <a:t></a:t>
            </a:r>
            <a:r>
              <a:rPr lang="en-US" sz="1100"/>
              <a:t> service </a:t>
            </a:r>
            <a:r>
              <a:rPr lang="en-US" sz="1100">
                <a:sym typeface="Wingdings" pitchFamily="2" charset="2"/>
              </a:rPr>
              <a:t></a:t>
            </a:r>
            <a:r>
              <a:rPr lang="en-US" sz="1100"/>
              <a:t> replace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User and lifecycle analytics that translates behavior and system data into actionable insights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A single, connected experience across apps, services, and data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The operating system that enables Product, Channel, and Support to scale together across the lifecycle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What Digital does NOT own:</a:t>
            </a:r>
            <a:endParaRPr lang="en-US" sz="1100"/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FIT sales targets or quotas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Individual hardware or controls sales objectives</a:t>
            </a:r>
          </a:p>
          <a:p>
            <a:pPr fontAlgn="t">
              <a:lnSpc>
                <a:spcPct val="120000"/>
              </a:lnSpc>
            </a:pPr>
            <a:r>
              <a:rPr lang="en-US" sz="1100" b="1">
                <a:solidFill>
                  <a:srgbClr val="0070C0"/>
                </a:solidFill>
              </a:rPr>
              <a:t>Takeaway</a:t>
            </a:r>
            <a:r>
              <a:rPr lang="en-US" sz="1100">
                <a:solidFill>
                  <a:srgbClr val="0070C0"/>
                </a:solidFill>
              </a:rPr>
              <a:t>: Digital’s role is to remove friction and enable scale — not to sell products directly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F40FBC-C546-728C-FE96-3ED9FE752E09}"/>
              </a:ext>
            </a:extLst>
          </p:cNvPr>
          <p:cNvSpPr txBox="1"/>
          <p:nvPr/>
        </p:nvSpPr>
        <p:spPr>
          <a:xfrm>
            <a:off x="265686" y="3799961"/>
            <a:ext cx="8699720" cy="27145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/>
            <a:r>
              <a:rPr lang="en-US" sz="1200" b="1" u="sng"/>
              <a:t>Current Situation: Controls &amp; Connectivity</a:t>
            </a:r>
          </a:p>
          <a:p>
            <a:pPr fontAlgn="t">
              <a:lnSpc>
                <a:spcPct val="120000"/>
              </a:lnSpc>
            </a:pPr>
            <a:r>
              <a:rPr lang="en-US" sz="1200" b="1"/>
              <a:t>Purpose: </a:t>
            </a:r>
            <a:r>
              <a:rPr lang="en-US" sz="1200"/>
              <a:t>Establish the baseline reality and highlight where digital leverage exists today</a:t>
            </a:r>
          </a:p>
          <a:p>
            <a:pPr fontAlgn="t">
              <a:lnSpc>
                <a:spcPct val="120000"/>
              </a:lnSpc>
            </a:pPr>
            <a:r>
              <a:rPr lang="en-US" sz="1200" b="1"/>
              <a:t>What the data shows: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Controls generated &gt;$45M in FY24 revenue with continued growth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~320K thermostats sold, with ~56% connected to Wi‑Fi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Only ~8% of connected systems have Cloud Services activated, limiting ongoing engagement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A significant gap exists between connected and engaged</a:t>
            </a:r>
          </a:p>
          <a:p>
            <a:pPr fontAlgn="t">
              <a:lnSpc>
                <a:spcPct val="120000"/>
              </a:lnSpc>
            </a:pPr>
            <a:r>
              <a:rPr lang="en-US" sz="1200" b="1"/>
              <a:t>What this means: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We already have a large connected installed base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Engagement, not connectivity, is the binding constraint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Closing the connected </a:t>
            </a:r>
            <a:r>
              <a:rPr lang="en-US" sz="1200">
                <a:sym typeface="Wingdings" pitchFamily="2" charset="2"/>
              </a:rPr>
              <a:t> </a:t>
            </a:r>
            <a:r>
              <a:rPr lang="en-US" sz="1200"/>
              <a:t>engaged gap unlocks a scalable growth flywheel across sales, service, and lifecycle value</a:t>
            </a:r>
          </a:p>
          <a:p>
            <a:pPr fontAlgn="t">
              <a:lnSpc>
                <a:spcPct val="120000"/>
              </a:lnSpc>
            </a:pPr>
            <a:r>
              <a:rPr lang="en-US" sz="1200" b="1">
                <a:solidFill>
                  <a:srgbClr val="0070C0"/>
                </a:solidFill>
              </a:rPr>
              <a:t>Takeaway</a:t>
            </a:r>
            <a:r>
              <a:rPr lang="en-US" sz="1200">
                <a:solidFill>
                  <a:srgbClr val="0070C0"/>
                </a:solidFill>
              </a:rPr>
              <a:t>: Engagement—not connectivity alone—is what unlocks product‑led growth, advocacy, and more connected systems over time</a:t>
            </a:r>
          </a:p>
        </p:txBody>
      </p:sp>
    </p:spTree>
    <p:extLst>
      <p:ext uri="{BB962C8B-B14F-4D97-AF65-F5344CB8AC3E}">
        <p14:creationId xmlns:p14="http://schemas.microsoft.com/office/powerpoint/2010/main" val="1647165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FC8A7-AE0F-9381-670D-D1DFC206F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1B095D-EDC9-3A6B-60AB-AAE82FDB07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EA9F2B-C7B5-4957-858E-C8B52E76DAAD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356482-4B22-CCF8-B289-CC71755ED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/>
            <a:r>
              <a:rPr lang="en-US" sz="2000">
                <a:latin typeface="+mn-lt"/>
              </a:rPr>
              <a:t>Why Our Current Digital Capabilities Don’t Scale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E3335-F793-E9BE-DED3-B82C43BE80DC}"/>
              </a:ext>
            </a:extLst>
          </p:cNvPr>
          <p:cNvSpPr txBox="1"/>
          <p:nvPr/>
        </p:nvSpPr>
        <p:spPr>
          <a:xfrm>
            <a:off x="265685" y="819755"/>
            <a:ext cx="8692577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100" b="1" u="sng"/>
              <a:t>What Works / What Doesn’t</a:t>
            </a:r>
            <a:endParaRPr lang="en-US" sz="1100" b="1" u="sng">
              <a:ea typeface="Meiryo" panose="020B0604030504040204" pitchFamily="34" charset="-128"/>
              <a:cs typeface="Arial" panose="020B0604020202020204" pitchFamily="34" charset="0"/>
            </a:endParaRPr>
          </a:p>
          <a:p>
            <a:pPr fontAlgn="t">
              <a:lnSpc>
                <a:spcPct val="120000"/>
              </a:lnSpc>
            </a:pPr>
            <a:r>
              <a:rPr lang="en-US" sz="1100" b="1"/>
              <a:t>Purpose: </a:t>
            </a:r>
            <a:r>
              <a:rPr lang="en-US" sz="1100"/>
              <a:t>Describe the current dealer and sales experience as it exists today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What We Do Well: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A strong integrated FIT hardware portfolio with differentiated system performance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A broad set of digital tools spanning selection, install, commissioning, warranty, service, and training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A growing connected installed base with hundreds of thousands of deployed systems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Rich operational and performance data across install, runtime, diagnostics, and energy behavior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What We Don’t Do Well: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The dealer experience is fragmented across too many tools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System‑level clarity is not self‑serve, requiring emails, escalations, or cheat sheets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Workflows break across lifecycle stages, rather than operating end‑to‑end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Connected does not equal engaged, limiting ongoing value creation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Execution is task‑driven, not outcome‑driven</a:t>
            </a:r>
          </a:p>
          <a:p>
            <a:pPr fontAlgn="t">
              <a:lnSpc>
                <a:spcPct val="120000"/>
              </a:lnSpc>
            </a:pPr>
            <a:endParaRPr lang="en-US" sz="1100"/>
          </a:p>
          <a:p>
            <a:pPr fontAlgn="t">
              <a:lnSpc>
                <a:spcPct val="120000"/>
              </a:lnSpc>
            </a:pPr>
            <a:r>
              <a:rPr lang="en-US" sz="1100" b="1">
                <a:solidFill>
                  <a:srgbClr val="0070C0"/>
                </a:solidFill>
              </a:rPr>
              <a:t>Takeaway: </a:t>
            </a:r>
            <a:r>
              <a:rPr lang="en-US" sz="1100">
                <a:solidFill>
                  <a:srgbClr val="0070C0"/>
                </a:solidFill>
              </a:rPr>
              <a:t>We have the right capabilities, but they are not operating as a single system for dealers and sales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F7BE2-201D-0EFB-B778-05D801CC7613}"/>
              </a:ext>
            </a:extLst>
          </p:cNvPr>
          <p:cNvSpPr txBox="1"/>
          <p:nvPr/>
        </p:nvSpPr>
        <p:spPr>
          <a:xfrm>
            <a:off x="265684" y="4047151"/>
            <a:ext cx="8692577" cy="23267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100" b="1" u="sng">
                <a:ea typeface="Meiryo" panose="020B0604030504040204" pitchFamily="34" charset="-128"/>
                <a:cs typeface="Arial" panose="020B0604020202020204" pitchFamily="34" charset="0"/>
              </a:rPr>
              <a:t>Key Gaps We Must Close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Purpose: </a:t>
            </a:r>
            <a:r>
              <a:rPr lang="en-US" sz="1100"/>
              <a:t>Identify the structural gaps preventing scale, consistency, and engagement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What’s missing today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A single dealer platform that orchestrates end‑to‑end workflows across the full dealer lifecycle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A cohesive dealer experience where workflows execute seamlessly across tools — instead of breaking into isolated, task‑based interactions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Embedded system intelligence at the point of decision </a:t>
            </a:r>
            <a:r>
              <a:rPr lang="en-US" sz="1100" i="1"/>
              <a:t>-- </a:t>
            </a:r>
            <a:r>
              <a:rPr lang="en-US" sz="1100"/>
              <a:t>FIT &amp; Controls compatibility, configuration guidance, and clear “what works with what” context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Lifecycle intelligence that translates data into action, enabling proactive insights, recommendations, and timely interventions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An outcome‑based operating cadence, with consistent KPI‑driven execution and feedback loops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100"/>
          </a:p>
          <a:p>
            <a:pPr fontAlgn="t">
              <a:lnSpc>
                <a:spcPct val="120000"/>
              </a:lnSpc>
            </a:pPr>
            <a:r>
              <a:rPr lang="en-US" sz="1100" b="1">
                <a:solidFill>
                  <a:srgbClr val="0070C0"/>
                </a:solidFill>
              </a:rPr>
              <a:t>Takeaway:</a:t>
            </a:r>
            <a:r>
              <a:rPr lang="en-US" sz="1100">
                <a:solidFill>
                  <a:srgbClr val="0070C0"/>
                </a:solidFill>
              </a:rPr>
              <a:t> The challenge is not capability — it’s the absence of orchestration, embedded intelligence, and outcome‑driven execution</a:t>
            </a:r>
          </a:p>
        </p:txBody>
      </p:sp>
    </p:spTree>
    <p:extLst>
      <p:ext uri="{BB962C8B-B14F-4D97-AF65-F5344CB8AC3E}">
        <p14:creationId xmlns:p14="http://schemas.microsoft.com/office/powerpoint/2010/main" val="4248566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0DF1B-46FC-F768-F702-E995F9CC9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36194B-CB7F-EAD0-B047-9D41496CAA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EA9F2B-C7B5-4957-858E-C8B52E76DAAD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70409D-736B-6675-142C-04F7DB6F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/>
            <a:r>
              <a:rPr lang="en-US" sz="2000">
                <a:latin typeface="+mn-lt"/>
              </a:rPr>
              <a:t>The Platform‑Led Shift That Unlocks Long‑Term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287884-83FF-24D8-FA8E-7ABF1B681F39}"/>
              </a:ext>
            </a:extLst>
          </p:cNvPr>
          <p:cNvSpPr txBox="1"/>
          <p:nvPr/>
        </p:nvSpPr>
        <p:spPr>
          <a:xfrm>
            <a:off x="265687" y="741171"/>
            <a:ext cx="8513984" cy="2936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100" b="1" u="sng"/>
              <a:t>From Fragmented Execution to a Platform‑Led Operating Model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Purpose: </a:t>
            </a:r>
            <a:r>
              <a:rPr lang="en-US" sz="1100"/>
              <a:t>Define how we change the way we operate to close the identified gaps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What changes with this playbook: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Shift from independent tools and local workarounds to a platform‑led operating model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Move from task‑driven execution to theme‑based execution with clear KPIs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Replace locally created cheat sheets with system‑generated, always‑current guidance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Establish one platform as the authoritative source for configuration, workflows, and lifecycle actions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How we will operate going forward: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The Digital Platform owns end‑to‑end system experience and orchestration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Hardware domain teams own component‑level feature execution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Product, configuration, and workflow logic are defined once and consumed everywhere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Sales, dealers, support, and engineering operate from a single, platform‑defined source of truth through </a:t>
            </a:r>
            <a:r>
              <a:rPr lang="en-US" sz="1100" b="1" err="1"/>
              <a:t>SkyportCare</a:t>
            </a:r>
            <a:endParaRPr lang="en-US" sz="1100" b="1"/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Changes are absorbed at the platform level, not redistributed to field teams</a:t>
            </a:r>
          </a:p>
          <a:p>
            <a:pPr fontAlgn="t">
              <a:lnSpc>
                <a:spcPct val="120000"/>
              </a:lnSpc>
            </a:pPr>
            <a:r>
              <a:rPr lang="en-US" sz="1100" b="1">
                <a:solidFill>
                  <a:srgbClr val="0070C0"/>
                </a:solidFill>
              </a:rPr>
              <a:t>Takeaway: </a:t>
            </a:r>
            <a:r>
              <a:rPr lang="en-US" sz="1100">
                <a:solidFill>
                  <a:srgbClr val="0070C0"/>
                </a:solidFill>
              </a:rPr>
              <a:t>Shift from fragmented execution to a single, orchestrated operating model that scales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A3D276-F302-1353-591B-E723E4FB15F4}"/>
              </a:ext>
            </a:extLst>
          </p:cNvPr>
          <p:cNvSpPr txBox="1"/>
          <p:nvPr/>
        </p:nvSpPr>
        <p:spPr>
          <a:xfrm>
            <a:off x="265686" y="3726337"/>
            <a:ext cx="8513984" cy="2936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100" b="1" u="sng"/>
              <a:t>Digital DNA: Whole‑Home, Always‑On, LTV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Purpose: </a:t>
            </a:r>
            <a:r>
              <a:rPr lang="en-US" sz="1100"/>
              <a:t>Define how Daikin evolves to homeowner‑centric outcomes through platform‑led execution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What this operating model enables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Homeowner‑centric experience and outcomes, delivered through dealer‑fulfilled execution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Always‑on engagement beyond install and replacement events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Whole‑home expansion across comfort, energy, and electrification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Lifecycle intelligence across before install </a:t>
            </a:r>
            <a:r>
              <a:rPr lang="en-US" sz="1100">
                <a:sym typeface="Wingdings" pitchFamily="2" charset="2"/>
              </a:rPr>
              <a:t></a:t>
            </a:r>
            <a:r>
              <a:rPr lang="en-US" sz="1100"/>
              <a:t> install </a:t>
            </a:r>
            <a:r>
              <a:rPr lang="en-US" sz="1100">
                <a:sym typeface="Wingdings" pitchFamily="2" charset="2"/>
              </a:rPr>
              <a:t> </a:t>
            </a:r>
            <a:r>
              <a:rPr lang="en-US" sz="1100"/>
              <a:t>operate </a:t>
            </a:r>
            <a:r>
              <a:rPr lang="en-US" sz="1100">
                <a:sym typeface="Wingdings" pitchFamily="2" charset="2"/>
              </a:rPr>
              <a:t> </a:t>
            </a:r>
            <a:r>
              <a:rPr lang="en-US" sz="1100"/>
              <a:t>service </a:t>
            </a:r>
            <a:r>
              <a:rPr lang="en-US" sz="1100">
                <a:sym typeface="Wingdings" pitchFamily="2" charset="2"/>
              </a:rPr>
              <a:t> </a:t>
            </a:r>
            <a:r>
              <a:rPr lang="en-US" sz="1100"/>
              <a:t>replace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Repeat sales, loyalty, and lifetime value over decades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Digital DNA in practice:</a:t>
            </a:r>
            <a:endParaRPr lang="en-US" sz="1100"/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 b="1" err="1"/>
              <a:t>SkyportHome</a:t>
            </a:r>
            <a:r>
              <a:rPr lang="en-US" sz="1100" b="1"/>
              <a:t>: </a:t>
            </a:r>
            <a:r>
              <a:rPr lang="en-US" sz="1100"/>
              <a:t>Continuous homeowner engagement for comfort, system control, services, and lifecycle awareness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 b="1" err="1"/>
              <a:t>SkyportCare</a:t>
            </a:r>
            <a:r>
              <a:rPr lang="en-US" sz="1100" b="1"/>
              <a:t>: </a:t>
            </a:r>
            <a:r>
              <a:rPr lang="en-US" sz="1100"/>
              <a:t>Dealer execution across install quality, diagnostics, service, and proactive lifecycle care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 b="1"/>
              <a:t>E‑Platform: </a:t>
            </a:r>
            <a:r>
              <a:rPr lang="en-US" sz="1100"/>
              <a:t>Consumer‑led demand capture and end‑to‑end job orchestration — Daikin sells the solution, dealers execute delivery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 b="1" err="1"/>
              <a:t>SkyportEnergy</a:t>
            </a:r>
            <a:r>
              <a:rPr lang="en-US" sz="1100" b="1"/>
              <a:t>: </a:t>
            </a:r>
            <a:r>
              <a:rPr lang="en-US" sz="1100"/>
              <a:t>HEMS, demand response, and VPP participation — enabling grid programs, monetization, and fleet‑level optimization</a:t>
            </a:r>
          </a:p>
          <a:p>
            <a:pPr fontAlgn="t">
              <a:lnSpc>
                <a:spcPct val="120000"/>
              </a:lnSpc>
            </a:pPr>
            <a:r>
              <a:rPr lang="en-US" sz="1100" b="1">
                <a:solidFill>
                  <a:srgbClr val="0070C0"/>
                </a:solidFill>
              </a:rPr>
              <a:t>Takeaway: </a:t>
            </a:r>
            <a:r>
              <a:rPr lang="en-US" sz="1100">
                <a:solidFill>
                  <a:srgbClr val="0070C0"/>
                </a:solidFill>
              </a:rPr>
              <a:t>Homeowner‑centric engagement creates the pull; platform‑led, dealer‑fulfilled execution delivers the scale</a:t>
            </a:r>
          </a:p>
        </p:txBody>
      </p:sp>
    </p:spTree>
    <p:extLst>
      <p:ext uri="{BB962C8B-B14F-4D97-AF65-F5344CB8AC3E}">
        <p14:creationId xmlns:p14="http://schemas.microsoft.com/office/powerpoint/2010/main" val="280544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D8147-C2F9-7265-629A-CE2E18C98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FC6BCC-F48A-C696-7386-032F469FE4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EA9F2B-C7B5-4957-858E-C8B52E76DAAD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776D51-15E5-868E-E28A-9B75A0F65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/>
            <a:r>
              <a:rPr lang="en-US" sz="2000">
                <a:latin typeface="+mn-lt"/>
              </a:rPr>
              <a:t>Dealer Platform Strategy: One Platform, One Experience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82F447-D876-B865-A071-D916BA4A7D68}"/>
              </a:ext>
            </a:extLst>
          </p:cNvPr>
          <p:cNvSpPr txBox="1"/>
          <p:nvPr/>
        </p:nvSpPr>
        <p:spPr>
          <a:xfrm>
            <a:off x="265686" y="819755"/>
            <a:ext cx="8350621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200" b="1"/>
              <a:t>Purpose: </a:t>
            </a:r>
            <a:r>
              <a:rPr lang="en-US" sz="1200"/>
              <a:t>Make the platform decision that enables consistent execution across all dealer‑executed work, regardless of how demand is captured.</a:t>
            </a:r>
          </a:p>
          <a:p>
            <a:pPr fontAlgn="t">
              <a:lnSpc>
                <a:spcPct val="120000"/>
              </a:lnSpc>
            </a:pPr>
            <a:endParaRPr lang="en-US" sz="1200" b="1"/>
          </a:p>
          <a:p>
            <a:pPr fontAlgn="t">
              <a:lnSpc>
                <a:spcPct val="120000"/>
              </a:lnSpc>
            </a:pPr>
            <a:r>
              <a:rPr lang="en-US" sz="1200" b="1"/>
              <a:t>The strategic decision: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1" err="1"/>
              <a:t>SkyportCare</a:t>
            </a:r>
            <a:r>
              <a:rPr lang="en-US" sz="1200" b="1"/>
              <a:t> </a:t>
            </a:r>
            <a:r>
              <a:rPr lang="en-US" sz="1200"/>
              <a:t>is the single platform enabling dealer‑fulfilled execution across workflows and lifecycle actions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Sales, dealers, and support operate through a shared, platform‑defined execution experience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1" err="1"/>
              <a:t>SkyportCare</a:t>
            </a:r>
            <a:r>
              <a:rPr lang="en-US" sz="1200" b="1"/>
              <a:t> </a:t>
            </a:r>
            <a:r>
              <a:rPr lang="en-US" sz="1200"/>
              <a:t>serves as the authoritative, always‑current source of truth for configuration, execution context, and dealer‑fulfilled actions</a:t>
            </a:r>
          </a:p>
          <a:p>
            <a:pPr fontAlgn="t">
              <a:lnSpc>
                <a:spcPct val="120000"/>
              </a:lnSpc>
            </a:pPr>
            <a:endParaRPr lang="en-US" sz="1200" b="1"/>
          </a:p>
          <a:p>
            <a:pPr fontAlgn="t">
              <a:lnSpc>
                <a:spcPct val="120000"/>
              </a:lnSpc>
            </a:pPr>
            <a:r>
              <a:rPr lang="en-US" sz="1200" b="1"/>
              <a:t>Why this matters: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Eliminates tool choice and local reference decks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Updates occur once and propagate everywhere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Consistency improves across dealers, sales, support, and engineering</a:t>
            </a:r>
          </a:p>
          <a:p>
            <a:pPr fontAlgn="t">
              <a:lnSpc>
                <a:spcPct val="120000"/>
              </a:lnSpc>
            </a:pPr>
            <a:endParaRPr lang="en-US" sz="1200" b="1"/>
          </a:p>
          <a:p>
            <a:pPr fontAlgn="t">
              <a:lnSpc>
                <a:spcPct val="120000"/>
              </a:lnSpc>
            </a:pPr>
            <a:r>
              <a:rPr lang="en-US" sz="1200" b="1"/>
              <a:t>What does NOT change: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Existing tools are not eliminated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Ownership of systems of record remains intact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This is experience orchestration, not tool replacement</a:t>
            </a:r>
          </a:p>
          <a:p>
            <a:pPr fontAlgn="t">
              <a:lnSpc>
                <a:spcPct val="120000"/>
              </a:lnSpc>
            </a:pPr>
            <a:endParaRPr lang="en-US" sz="1200" b="1">
              <a:solidFill>
                <a:srgbClr val="0070C0"/>
              </a:solidFill>
            </a:endParaRPr>
          </a:p>
          <a:p>
            <a:pPr fontAlgn="t">
              <a:lnSpc>
                <a:spcPct val="120000"/>
              </a:lnSpc>
            </a:pPr>
            <a:r>
              <a:rPr lang="en-US" sz="1200" b="1">
                <a:solidFill>
                  <a:srgbClr val="0070C0"/>
                </a:solidFill>
              </a:rPr>
              <a:t>Takeaway: </a:t>
            </a:r>
            <a:r>
              <a:rPr lang="en-US" sz="1200">
                <a:solidFill>
                  <a:srgbClr val="0070C0"/>
                </a:solidFill>
              </a:rPr>
              <a:t>One platform creates consistency, scale, and confidence across the dealer lifecycle</a:t>
            </a:r>
          </a:p>
        </p:txBody>
      </p:sp>
    </p:spTree>
    <p:extLst>
      <p:ext uri="{BB962C8B-B14F-4D97-AF65-F5344CB8AC3E}">
        <p14:creationId xmlns:p14="http://schemas.microsoft.com/office/powerpoint/2010/main" val="1226743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5D898-E6B4-2981-6837-6F5AE916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3D1D5B-7C01-5B34-B691-B813A564A0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EA9F2B-C7B5-4957-858E-C8B52E76DAAD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42D328-100A-3F70-F71A-A016978D2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/>
            <a:r>
              <a:rPr lang="en-US" sz="2000">
                <a:latin typeface="+mn-lt"/>
              </a:rPr>
              <a:t>How the Platform Delivers Consistent, End‑to‑End Dealer Execution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BC4459-E28C-2E37-BFEE-77607B38F3F9}"/>
              </a:ext>
            </a:extLst>
          </p:cNvPr>
          <p:cNvSpPr txBox="1"/>
          <p:nvPr/>
        </p:nvSpPr>
        <p:spPr>
          <a:xfrm>
            <a:off x="265685" y="1013654"/>
            <a:ext cx="8350621" cy="2733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100" b="1" u="sng"/>
              <a:t>Tool Orchestration Model: Front Door vs. Backend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Purpose: </a:t>
            </a:r>
            <a:r>
              <a:rPr lang="en-US" sz="1100"/>
              <a:t>Explain how the platform decision works in practice without changing ownership of product domains</a:t>
            </a:r>
          </a:p>
          <a:p>
            <a:pPr fontAlgn="t">
              <a:lnSpc>
                <a:spcPct val="120000"/>
              </a:lnSpc>
            </a:pPr>
            <a:endParaRPr lang="en-US" sz="1100" b="1"/>
          </a:p>
          <a:p>
            <a:pPr fontAlgn="t">
              <a:lnSpc>
                <a:spcPct val="120000"/>
              </a:lnSpc>
            </a:pPr>
            <a:r>
              <a:rPr lang="en-US" sz="1100" b="1"/>
              <a:t>Front Door </a:t>
            </a:r>
            <a:r>
              <a:rPr lang="en-US" sz="1100"/>
              <a:t>(Dealer &amp; Sales Experience): </a:t>
            </a:r>
            <a:r>
              <a:rPr lang="en-US" sz="1100" b="1" err="1"/>
              <a:t>SkyportCare</a:t>
            </a:r>
            <a:endParaRPr lang="en-US" sz="1100"/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Single entry point for dealer execution workflows and platform‑surfaced sales context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Guided, end‑to‑end experience across the lifecycle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System‑generated guidance that is always current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Backend Capabilities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Existing configuration, lifecycle, and analytics systems remain the systems of record and retain domain authority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The Digital Platform manages data access, orchestration, and intelligent use to deliver consistent execution and experiences.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Operating Principle: </a:t>
            </a:r>
            <a:r>
              <a:rPr lang="en-US" sz="1100"/>
              <a:t>Logic is defined once and surfaced consistently everywhere</a:t>
            </a:r>
          </a:p>
          <a:p>
            <a:pPr fontAlgn="t">
              <a:lnSpc>
                <a:spcPct val="120000"/>
              </a:lnSpc>
            </a:pPr>
            <a:endParaRPr lang="en-US" sz="1100"/>
          </a:p>
          <a:p>
            <a:pPr fontAlgn="t">
              <a:lnSpc>
                <a:spcPct val="120000"/>
              </a:lnSpc>
            </a:pPr>
            <a:r>
              <a:rPr lang="en-US" sz="1100" b="1">
                <a:solidFill>
                  <a:srgbClr val="0070C0"/>
                </a:solidFill>
              </a:rPr>
              <a:t>Takeaway: </a:t>
            </a:r>
            <a:r>
              <a:rPr lang="en-US" sz="1100">
                <a:solidFill>
                  <a:srgbClr val="0070C0"/>
                </a:solidFill>
              </a:rPr>
              <a:t>One front door simplifies work while preserving existing system ownership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70642B-4A4C-253A-C134-503A75A3724C}"/>
              </a:ext>
            </a:extLst>
          </p:cNvPr>
          <p:cNvSpPr txBox="1"/>
          <p:nvPr/>
        </p:nvSpPr>
        <p:spPr>
          <a:xfrm>
            <a:off x="265685" y="3867233"/>
            <a:ext cx="8350621" cy="2733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100" b="1" u="sng"/>
              <a:t>Dealer Workflow: Today vs. Future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Purpose: </a:t>
            </a:r>
            <a:r>
              <a:rPr lang="en-US" sz="1100"/>
              <a:t>Show how the platform‑led operating model changes day‑to‑day dealer behavior</a:t>
            </a:r>
          </a:p>
          <a:p>
            <a:pPr fontAlgn="t">
              <a:lnSpc>
                <a:spcPct val="120000"/>
              </a:lnSpc>
            </a:pPr>
            <a:endParaRPr lang="en-US" sz="1100" b="1"/>
          </a:p>
          <a:p>
            <a:pPr fontAlgn="t">
              <a:lnSpc>
                <a:spcPct val="120000"/>
              </a:lnSpc>
            </a:pPr>
            <a:r>
              <a:rPr lang="en-US" sz="1100" b="1"/>
              <a:t>TODAY — Inconsistent, Installer‑Defined Workflow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Selection and compatibility verified manually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Install and commissioning vary by installer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Service and upgrades identified late or reactively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FUTURE — Platform‑Led, Default Workflow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Selection and configuration guided in‑workflow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Quality Install becomes the default commissioning path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Continuous visibility enables proactive service and earlier upgrades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100"/>
          </a:p>
          <a:p>
            <a:pPr fontAlgn="t">
              <a:lnSpc>
                <a:spcPct val="120000"/>
              </a:lnSpc>
            </a:pPr>
            <a:r>
              <a:rPr lang="en-US" sz="1100" b="1">
                <a:solidFill>
                  <a:srgbClr val="0070C0"/>
                </a:solidFill>
              </a:rPr>
              <a:t>Takeaway: </a:t>
            </a:r>
            <a:r>
              <a:rPr lang="en-US" sz="1100">
                <a:solidFill>
                  <a:srgbClr val="0070C0"/>
                </a:solidFill>
              </a:rPr>
              <a:t>The platform defines the standard, </a:t>
            </a:r>
            <a:r>
              <a:rPr lang="en-US" sz="1050">
                <a:solidFill>
                  <a:srgbClr val="0070C0"/>
                </a:solidFill>
              </a:rPr>
              <a:t>eliminating variability without changing hardware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CA28EB-6CAC-ECD9-F154-806597817442}"/>
              </a:ext>
            </a:extLst>
          </p:cNvPr>
          <p:cNvSpPr txBox="1"/>
          <p:nvPr/>
        </p:nvSpPr>
        <p:spPr>
          <a:xfrm>
            <a:off x="164108" y="744912"/>
            <a:ext cx="87847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This operating model supports all demand sources — dealer‑led, E‑Platform‑led, and future energy programs — without changing how dealers work.</a:t>
            </a:r>
          </a:p>
        </p:txBody>
      </p:sp>
    </p:spTree>
    <p:extLst>
      <p:ext uri="{BB962C8B-B14F-4D97-AF65-F5344CB8AC3E}">
        <p14:creationId xmlns:p14="http://schemas.microsoft.com/office/powerpoint/2010/main" val="4108616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8BFD5-4876-C5B8-6A2D-CDFAC0F45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9C020E-DB39-7812-803B-3F6531D6A7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EA9F2B-C7B5-4957-858E-C8B52E76DAAD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85AAF5-570F-6EF9-433E-926D592AE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/>
            <a:r>
              <a:rPr lang="en-US" sz="2000">
                <a:latin typeface="+mn-lt"/>
              </a:rPr>
              <a:t>Homeowner Lifecycle &amp; Engagement Loop (LTV)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4A68D-56B3-27C8-BBF4-61E87E01E793}"/>
              </a:ext>
            </a:extLst>
          </p:cNvPr>
          <p:cNvSpPr txBox="1"/>
          <p:nvPr/>
        </p:nvSpPr>
        <p:spPr>
          <a:xfrm>
            <a:off x="265686" y="819755"/>
            <a:ext cx="8350621" cy="51891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200" b="1"/>
              <a:t>Purpose: </a:t>
            </a:r>
            <a:r>
              <a:rPr lang="en-US" sz="1200"/>
              <a:t>Show how platform‑led dealer execution creates long‑term homeowner value</a:t>
            </a:r>
          </a:p>
          <a:p>
            <a:pPr fontAlgn="t">
              <a:lnSpc>
                <a:spcPct val="120000"/>
              </a:lnSpc>
            </a:pPr>
            <a:endParaRPr lang="en-US" sz="1200"/>
          </a:p>
          <a:p>
            <a:pPr fontAlgn="t">
              <a:lnSpc>
                <a:spcPct val="120000"/>
              </a:lnSpc>
            </a:pPr>
            <a:r>
              <a:rPr lang="en-US" sz="1200" b="1"/>
              <a:t>Install &amp; Onboard</a:t>
            </a:r>
            <a:endParaRPr lang="en-US" sz="1200"/>
          </a:p>
          <a:p>
            <a:pPr marL="285750" indent="-2857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Quality install and commissioning completed through </a:t>
            </a:r>
            <a:r>
              <a:rPr lang="en-US" sz="1200" b="1" err="1"/>
              <a:t>SkyportCare</a:t>
            </a:r>
            <a:r>
              <a:rPr lang="en-US" sz="1200"/>
              <a:t> </a:t>
            </a:r>
          </a:p>
          <a:p>
            <a:pPr marL="285750" indent="-2857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Homeowner connected via </a:t>
            </a:r>
            <a:r>
              <a:rPr lang="en-US" sz="1200" b="1" err="1"/>
              <a:t>SkyportHome</a:t>
            </a:r>
            <a:r>
              <a:rPr lang="en-US" sz="1200"/>
              <a:t> with a persistent, lifecycle system record</a:t>
            </a:r>
          </a:p>
          <a:p>
            <a:pPr fontAlgn="t">
              <a:lnSpc>
                <a:spcPct val="120000"/>
              </a:lnSpc>
            </a:pPr>
            <a:endParaRPr lang="en-US" sz="1200" b="1"/>
          </a:p>
          <a:p>
            <a:pPr fontAlgn="t">
              <a:lnSpc>
                <a:spcPct val="120000"/>
              </a:lnSpc>
            </a:pPr>
            <a:r>
              <a:rPr lang="en-US" sz="1200" b="1"/>
              <a:t>Operate &amp; Optimize</a:t>
            </a:r>
            <a:endParaRPr lang="en-US" sz="1200"/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Continuous visibility into comfort, usage, and system health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Insights replace reactive troubleshooting and build trust</a:t>
            </a:r>
          </a:p>
          <a:p>
            <a:pPr fontAlgn="t">
              <a:lnSpc>
                <a:spcPct val="120000"/>
              </a:lnSpc>
            </a:pPr>
            <a:endParaRPr lang="en-US" sz="1200" b="1"/>
          </a:p>
          <a:p>
            <a:pPr fontAlgn="t">
              <a:lnSpc>
                <a:spcPct val="120000"/>
              </a:lnSpc>
            </a:pPr>
            <a:r>
              <a:rPr lang="en-US" sz="1200" b="1"/>
              <a:t>Service &amp; Care</a:t>
            </a:r>
            <a:endParaRPr lang="en-US" sz="1200"/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Proactive alerts reduce unnecessary truck rolls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Dealer becomes the trusted, default service provider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Maintenance and extended service attach naturally</a:t>
            </a:r>
          </a:p>
          <a:p>
            <a:pPr fontAlgn="t">
              <a:lnSpc>
                <a:spcPct val="120000"/>
              </a:lnSpc>
            </a:pPr>
            <a:endParaRPr lang="en-US" sz="1200" b="1"/>
          </a:p>
          <a:p>
            <a:pPr fontAlgn="t">
              <a:lnSpc>
                <a:spcPct val="120000"/>
              </a:lnSpc>
            </a:pPr>
            <a:r>
              <a:rPr lang="en-US" sz="1200" b="1"/>
              <a:t>Upgrade &amp; Expand</a:t>
            </a:r>
            <a:endParaRPr lang="en-US" sz="1200"/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Earlier identification of end‑of‑life and upgrade opportunities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Expansion into energy and whole‑home solutions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Loyalty and advocacy increase over time</a:t>
            </a:r>
          </a:p>
          <a:p>
            <a:pPr fontAlgn="t">
              <a:lnSpc>
                <a:spcPct val="120000"/>
              </a:lnSpc>
            </a:pPr>
            <a:endParaRPr lang="en-US" sz="1200" b="1"/>
          </a:p>
          <a:p>
            <a:pPr fontAlgn="t">
              <a:lnSpc>
                <a:spcPct val="120000"/>
              </a:lnSpc>
            </a:pPr>
            <a:r>
              <a:rPr lang="en-US" sz="1200" b="1"/>
              <a:t>Engagement loop:</a:t>
            </a:r>
            <a:r>
              <a:rPr lang="en-US" sz="1200"/>
              <a:t> Connect </a:t>
            </a:r>
            <a:r>
              <a:rPr lang="en-US" sz="1200">
                <a:sym typeface="Wingdings" pitchFamily="2" charset="2"/>
              </a:rPr>
              <a:t></a:t>
            </a:r>
            <a:r>
              <a:rPr lang="en-US" sz="1200"/>
              <a:t> Monitor  </a:t>
            </a:r>
            <a:r>
              <a:rPr lang="en-US" sz="1200">
                <a:sym typeface="Wingdings" pitchFamily="2" charset="2"/>
              </a:rPr>
              <a:t></a:t>
            </a:r>
            <a:r>
              <a:rPr lang="en-US" sz="1200"/>
              <a:t> Optimize  </a:t>
            </a:r>
            <a:r>
              <a:rPr lang="en-US" sz="1200">
                <a:sym typeface="Wingdings" pitchFamily="2" charset="2"/>
              </a:rPr>
              <a:t></a:t>
            </a:r>
            <a:r>
              <a:rPr lang="en-US" sz="1200"/>
              <a:t> Service </a:t>
            </a:r>
            <a:r>
              <a:rPr lang="en-US" sz="1200">
                <a:sym typeface="Wingdings" pitchFamily="2" charset="2"/>
              </a:rPr>
              <a:t></a:t>
            </a:r>
            <a:r>
              <a:rPr lang="en-US" sz="1200"/>
              <a:t> Upgrade </a:t>
            </a:r>
            <a:r>
              <a:rPr lang="en-US" sz="1200">
                <a:sym typeface="Wingdings" pitchFamily="2" charset="2"/>
              </a:rPr>
              <a:t></a:t>
            </a:r>
            <a:r>
              <a:rPr lang="en-US" sz="1200"/>
              <a:t> Repeat</a:t>
            </a:r>
          </a:p>
          <a:p>
            <a:pPr fontAlgn="t">
              <a:lnSpc>
                <a:spcPct val="120000"/>
              </a:lnSpc>
            </a:pPr>
            <a:endParaRPr lang="en-US" sz="1200"/>
          </a:p>
          <a:p>
            <a:pPr fontAlgn="t">
              <a:lnSpc>
                <a:spcPct val="120000"/>
              </a:lnSpc>
            </a:pPr>
            <a:r>
              <a:rPr lang="en-US" sz="1200" b="1">
                <a:solidFill>
                  <a:srgbClr val="0070C0"/>
                </a:solidFill>
              </a:rPr>
              <a:t>Takeaway: </a:t>
            </a:r>
            <a:r>
              <a:rPr lang="en-US" sz="1200">
                <a:solidFill>
                  <a:srgbClr val="0070C0"/>
                </a:solidFill>
              </a:rPr>
              <a:t>Always‑on, dealer‑led engagement turns one‑time installs into lifetime value</a:t>
            </a:r>
          </a:p>
        </p:txBody>
      </p:sp>
    </p:spTree>
    <p:extLst>
      <p:ext uri="{BB962C8B-B14F-4D97-AF65-F5344CB8AC3E}">
        <p14:creationId xmlns:p14="http://schemas.microsoft.com/office/powerpoint/2010/main" val="2136321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9BE20-D95A-5E1F-108D-8EFD2F439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FD0A51-8627-F6CD-D14A-CE8AB668D2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EA9F2B-C7B5-4957-858E-C8B52E76DAAD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E92CEC-7299-B259-643B-62B733585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/>
            <a:r>
              <a:rPr lang="en-US" sz="2000">
                <a:latin typeface="+mn-lt"/>
              </a:rPr>
              <a:t>Homeowner Entry Paths: Dealer‑Led and E‑Platform‑Led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43A1A3-D1BF-FD49-8499-DCA542AD54B6}"/>
              </a:ext>
            </a:extLst>
          </p:cNvPr>
          <p:cNvSpPr txBox="1"/>
          <p:nvPr/>
        </p:nvSpPr>
        <p:spPr>
          <a:xfrm>
            <a:off x="265686" y="819755"/>
            <a:ext cx="8350621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200" b="1"/>
              <a:t>Purpose: </a:t>
            </a:r>
            <a:r>
              <a:rPr lang="en-US" sz="1200"/>
              <a:t>Clarify how different homeowner entry paths converge into one lifecycle and LTV engine</a:t>
            </a:r>
          </a:p>
          <a:p>
            <a:pPr fontAlgn="t">
              <a:lnSpc>
                <a:spcPct val="120000"/>
              </a:lnSpc>
            </a:pPr>
            <a:endParaRPr lang="en-US" sz="1200"/>
          </a:p>
          <a:p>
            <a:pPr fontAlgn="t">
              <a:lnSpc>
                <a:spcPct val="120000"/>
              </a:lnSpc>
            </a:pPr>
            <a:r>
              <a:rPr lang="en-US" sz="1200" b="1"/>
              <a:t>Two primary entry paths</a:t>
            </a:r>
          </a:p>
          <a:p>
            <a:pPr marL="228600" indent="-228600" fontAlgn="t">
              <a:lnSpc>
                <a:spcPct val="120000"/>
              </a:lnSpc>
              <a:buAutoNum type="arabicPeriod"/>
            </a:pPr>
            <a:r>
              <a:rPr lang="en-US" sz="1200" b="1"/>
              <a:t>Dealer‑Led Entry </a:t>
            </a:r>
            <a:r>
              <a:rPr lang="en-US" sz="1200"/>
              <a:t>(Today’s core path)</a:t>
            </a:r>
          </a:p>
          <a:p>
            <a:pPr fontAlgn="t">
              <a:lnSpc>
                <a:spcPct val="120000"/>
              </a:lnSpc>
            </a:pPr>
            <a:r>
              <a:rPr lang="en-US" sz="1200"/>
              <a:t>Homeowners who start with a trusted contractor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Typically emergency or near‑term replacers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System failure or performance issue drives immediate action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Homeowner engages a dealer first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Installation and onboarding occur immediately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Homeowner is connected via </a:t>
            </a:r>
            <a:r>
              <a:rPr lang="en-US" sz="1200" b="1" err="1"/>
              <a:t>SkyportHome</a:t>
            </a:r>
            <a:endParaRPr lang="en-US" sz="1200"/>
          </a:p>
          <a:p>
            <a:pPr fontAlgn="t">
              <a:lnSpc>
                <a:spcPct val="120000"/>
              </a:lnSpc>
            </a:pPr>
            <a:r>
              <a:rPr lang="en-US" sz="1200" b="1"/>
              <a:t>2. E‑Platform‑Led Entry</a:t>
            </a:r>
            <a:r>
              <a:rPr lang="en-US" sz="1200"/>
              <a:t> (Growth path)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Homeowners start digitally with different intents: </a:t>
            </a:r>
          </a:p>
          <a:p>
            <a:pPr marL="628650" lvl="1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Emergency replacers (need solution now: seek speed, clarity &amp; trusted path forward)</a:t>
            </a:r>
          </a:p>
          <a:p>
            <a:pPr marL="628650" lvl="1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HVAC seekers (actively learning, comparing comfort, efficiency &amp; cost)</a:t>
            </a:r>
          </a:p>
          <a:p>
            <a:pPr marL="628650" lvl="1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Whole‑home seekers (broader energy solutions, electrification, planning)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Daikin educates, builds trust, and routes demand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All outcomes lead to dealer‑fulfilled execution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200" b="1"/>
          </a:p>
          <a:p>
            <a:pPr fontAlgn="t">
              <a:lnSpc>
                <a:spcPct val="120000"/>
              </a:lnSpc>
            </a:pPr>
            <a:r>
              <a:rPr lang="en-US" sz="1200" b="1"/>
              <a:t>Key principle: </a:t>
            </a:r>
            <a:r>
              <a:rPr lang="en-US" sz="1200"/>
              <a:t>Different intents. Different starting points. One connected lifecycle.</a:t>
            </a:r>
          </a:p>
          <a:p>
            <a:pPr fontAlgn="t">
              <a:lnSpc>
                <a:spcPct val="120000"/>
              </a:lnSpc>
            </a:pPr>
            <a:r>
              <a:rPr lang="en-US" sz="1200"/>
              <a:t>All paths converge into: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A dealer‑fulfilled installation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A shared system record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The same homeowner lifecycle and engagement loop </a:t>
            </a:r>
          </a:p>
          <a:p>
            <a:pPr fontAlgn="t">
              <a:lnSpc>
                <a:spcPct val="120000"/>
              </a:lnSpc>
            </a:pPr>
            <a:br>
              <a:rPr lang="en-US" sz="1200"/>
            </a:br>
            <a:r>
              <a:rPr lang="en-US" sz="1200" b="1">
                <a:solidFill>
                  <a:srgbClr val="0070C0"/>
                </a:solidFill>
              </a:rPr>
              <a:t>Takeaway: </a:t>
            </a:r>
            <a:r>
              <a:rPr lang="en-US" sz="1200">
                <a:solidFill>
                  <a:srgbClr val="0070C0"/>
                </a:solidFill>
              </a:rPr>
              <a:t>The E‑Platform captures demand early; dealers deliver trust and execution</a:t>
            </a:r>
          </a:p>
        </p:txBody>
      </p:sp>
    </p:spTree>
    <p:extLst>
      <p:ext uri="{BB962C8B-B14F-4D97-AF65-F5344CB8AC3E}">
        <p14:creationId xmlns:p14="http://schemas.microsoft.com/office/powerpoint/2010/main" val="2238129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BBBB7-2737-195F-BAE4-841A1D7A7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EA2AD7-D2CB-A154-D8ED-1FA9A2E64A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EA9F2B-C7B5-4957-858E-C8B52E76DAAD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F39F9-DE81-F8CE-E4DD-1996621F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/>
            <a:r>
              <a:rPr lang="en-US" sz="2000" err="1">
                <a:latin typeface="+mn-lt"/>
              </a:rPr>
              <a:t>SkyportHome</a:t>
            </a:r>
            <a:r>
              <a:rPr lang="en-US" sz="2000">
                <a:latin typeface="+mn-lt"/>
              </a:rPr>
              <a:t>: Always‑On Homeowner Engagement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440C61-A167-BE01-DEE8-8779D3FE54E6}"/>
              </a:ext>
            </a:extLst>
          </p:cNvPr>
          <p:cNvSpPr txBox="1"/>
          <p:nvPr/>
        </p:nvSpPr>
        <p:spPr>
          <a:xfrm>
            <a:off x="265686" y="819755"/>
            <a:ext cx="8350621" cy="5780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100" b="1"/>
              <a:t>Purpose:  </a:t>
            </a:r>
            <a:r>
              <a:rPr lang="en-US" sz="1100"/>
              <a:t>Show how homeowners remain engaged after connection, beyond the install moment</a:t>
            </a:r>
          </a:p>
          <a:p>
            <a:pPr fontAlgn="t">
              <a:lnSpc>
                <a:spcPct val="120000"/>
              </a:lnSpc>
            </a:pPr>
            <a:endParaRPr lang="en-US" sz="1100" b="1"/>
          </a:p>
          <a:p>
            <a:pPr fontAlgn="t">
              <a:lnSpc>
                <a:spcPct val="120000"/>
              </a:lnSpc>
            </a:pPr>
            <a:r>
              <a:rPr lang="en-US" sz="1100" b="1" err="1"/>
              <a:t>SkyportHome</a:t>
            </a:r>
            <a:r>
              <a:rPr lang="en-US" sz="1100"/>
              <a:t> is the persistent homeowner experience layer once a system is connected - the homeowner’s ongoing window into comfort, performance, and energy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What it is NOT</a:t>
            </a:r>
            <a:r>
              <a:rPr lang="en-US" sz="1100"/>
              <a:t>: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A sales funnel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A one‑time setup app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A thermostat control replacement</a:t>
            </a:r>
          </a:p>
          <a:p>
            <a:pPr fontAlgn="t">
              <a:lnSpc>
                <a:spcPct val="120000"/>
              </a:lnSpc>
            </a:pPr>
            <a:endParaRPr lang="en-US" sz="1100" b="1"/>
          </a:p>
          <a:p>
            <a:pPr fontAlgn="t">
              <a:lnSpc>
                <a:spcPct val="120000"/>
              </a:lnSpc>
            </a:pPr>
            <a:r>
              <a:rPr lang="en-US" sz="1100" b="1"/>
              <a:t>From As‑Is to To‑Be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As‑Is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Reactive homeowner behavior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Limited visibility into system health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Engagement spikes only when something breaks or needs attention 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To‑Be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Continuous awareness and confidence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Insights that explain what’s happening and why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Education that continues after installation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A natural bridge to energy insights and whole‑home improvements</a:t>
            </a:r>
          </a:p>
          <a:p>
            <a:pPr fontAlgn="t">
              <a:lnSpc>
                <a:spcPct val="120000"/>
              </a:lnSpc>
            </a:pPr>
            <a:endParaRPr lang="en-US" sz="1100" b="1"/>
          </a:p>
          <a:p>
            <a:pPr fontAlgn="t">
              <a:lnSpc>
                <a:spcPct val="120000"/>
              </a:lnSpc>
            </a:pPr>
            <a:r>
              <a:rPr lang="en-US" sz="1100" b="1"/>
              <a:t>What </a:t>
            </a:r>
            <a:r>
              <a:rPr lang="en-US" sz="1100" b="1" err="1"/>
              <a:t>SkyportHome</a:t>
            </a:r>
            <a:r>
              <a:rPr lang="en-US" sz="1100" b="1"/>
              <a:t> enables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Peace of mind through visibility and explanation, giving homeowners confidence in system operation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Ongoing understanding and optimization awareness, helping homeowners learn how comfort, usage, and energy interact over time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Stronger trust in the dealer relationship, by making dealer‑led service, maintenance, and recommendations transparent and easy to understand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A foundation for </a:t>
            </a:r>
            <a:r>
              <a:rPr lang="en-US" sz="1100" b="1" err="1"/>
              <a:t>SkyportEnergy</a:t>
            </a:r>
            <a:r>
              <a:rPr lang="en-US" sz="1100"/>
              <a:t> and whole‑home expansion, enabling energy awareness and future participation</a:t>
            </a:r>
          </a:p>
          <a:p>
            <a:pPr fontAlgn="t">
              <a:lnSpc>
                <a:spcPct val="120000"/>
              </a:lnSpc>
            </a:pPr>
            <a:endParaRPr lang="en-US" sz="1100"/>
          </a:p>
          <a:p>
            <a:pPr fontAlgn="t">
              <a:lnSpc>
                <a:spcPct val="120000"/>
              </a:lnSpc>
            </a:pPr>
            <a:r>
              <a:rPr lang="en-US" sz="1100" b="1">
                <a:solidFill>
                  <a:srgbClr val="0070C0"/>
                </a:solidFill>
              </a:rPr>
              <a:t>Takeaway: </a:t>
            </a:r>
            <a:r>
              <a:rPr lang="en-US" sz="1100" b="1" err="1">
                <a:solidFill>
                  <a:srgbClr val="0070C0"/>
                </a:solidFill>
              </a:rPr>
              <a:t>SkyportHome</a:t>
            </a:r>
            <a:r>
              <a:rPr lang="en-US" sz="1100">
                <a:solidFill>
                  <a:srgbClr val="0070C0"/>
                </a:solidFill>
              </a:rPr>
              <a:t> turns ownership into an ongoing relationship, not a one‑time event</a:t>
            </a:r>
          </a:p>
        </p:txBody>
      </p:sp>
    </p:spTree>
    <p:extLst>
      <p:ext uri="{BB962C8B-B14F-4D97-AF65-F5344CB8AC3E}">
        <p14:creationId xmlns:p14="http://schemas.microsoft.com/office/powerpoint/2010/main" val="455034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D1460-29A6-B117-3A81-7177B9D7F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E6E948-8286-6762-56D8-FF50290390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EA9F2B-C7B5-4957-858E-C8B52E76DAAD}" type="slidenum">
              <a:rPr lang="ja-JP" altLang="en-US" smtClean="0"/>
              <a:pPr/>
              <a:t>11</a:t>
            </a:fld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7AFBCF-C10D-66D0-084E-9DC5B3BBA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/>
            <a:r>
              <a:rPr lang="en-US" sz="2000" err="1">
                <a:latin typeface="+mn-lt"/>
              </a:rPr>
              <a:t>SkyportCare</a:t>
            </a:r>
            <a:r>
              <a:rPr lang="en-US" sz="2000">
                <a:latin typeface="+mn-lt"/>
              </a:rPr>
              <a:t>: Dealer Execution at Scale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6800F9-85F1-4630-AC3B-0104E562E757}"/>
              </a:ext>
            </a:extLst>
          </p:cNvPr>
          <p:cNvSpPr txBox="1"/>
          <p:nvPr/>
        </p:nvSpPr>
        <p:spPr>
          <a:xfrm>
            <a:off x="265686" y="819755"/>
            <a:ext cx="8350621" cy="53737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100" b="1"/>
              <a:t>Purpose: </a:t>
            </a:r>
            <a:r>
              <a:rPr lang="en-US" sz="1100"/>
              <a:t>Show how dealers operationalize homeowner engagement consistently and profitably</a:t>
            </a:r>
          </a:p>
          <a:p>
            <a:pPr fontAlgn="t">
              <a:lnSpc>
                <a:spcPct val="120000"/>
              </a:lnSpc>
            </a:pPr>
            <a:endParaRPr lang="en-US" sz="1100"/>
          </a:p>
          <a:p>
            <a:pPr fontAlgn="t">
              <a:lnSpc>
                <a:spcPct val="120000"/>
              </a:lnSpc>
            </a:pPr>
            <a:r>
              <a:rPr lang="en-US" sz="1100" b="1" err="1"/>
              <a:t>SkyportCare</a:t>
            </a:r>
            <a:r>
              <a:rPr lang="en-US" sz="1100"/>
              <a:t> is the dealer operating layer across the full lifecycle - the system dealers rely on, not another optional tool.</a:t>
            </a:r>
          </a:p>
          <a:p>
            <a:pPr fontAlgn="t">
              <a:lnSpc>
                <a:spcPct val="120000"/>
              </a:lnSpc>
            </a:pPr>
            <a:r>
              <a:rPr lang="en-US" sz="1100"/>
              <a:t>Across the full lifecycle: Install </a:t>
            </a:r>
            <a:r>
              <a:rPr lang="en-US" sz="1100">
                <a:sym typeface="Wingdings" pitchFamily="2" charset="2"/>
              </a:rPr>
              <a:t> </a:t>
            </a:r>
            <a:r>
              <a:rPr lang="en-US" sz="1100"/>
              <a:t>Service </a:t>
            </a:r>
            <a:r>
              <a:rPr lang="en-US" sz="1100">
                <a:sym typeface="Wingdings" pitchFamily="2" charset="2"/>
              </a:rPr>
              <a:t> </a:t>
            </a:r>
            <a:r>
              <a:rPr lang="en-US" sz="1100"/>
              <a:t>Maintenance </a:t>
            </a:r>
            <a:r>
              <a:rPr lang="en-US" sz="1100">
                <a:sym typeface="Wingdings" pitchFamily="2" charset="2"/>
              </a:rPr>
              <a:t> </a:t>
            </a:r>
            <a:r>
              <a:rPr lang="en-US" sz="1100"/>
              <a:t>Replacement</a:t>
            </a:r>
          </a:p>
          <a:p>
            <a:pPr fontAlgn="t">
              <a:lnSpc>
                <a:spcPct val="120000"/>
              </a:lnSpc>
            </a:pPr>
            <a:r>
              <a:rPr lang="en-US" sz="1100"/>
              <a:t>Over time, </a:t>
            </a:r>
            <a:r>
              <a:rPr lang="en-US" sz="1100" err="1"/>
              <a:t>SkyportCare</a:t>
            </a:r>
            <a:r>
              <a:rPr lang="en-US" sz="1100"/>
              <a:t> extends upstream to surface pre‑sales and sales context — guided selection, quote support, and replacement signals.</a:t>
            </a:r>
          </a:p>
          <a:p>
            <a:pPr fontAlgn="t">
              <a:lnSpc>
                <a:spcPct val="120000"/>
              </a:lnSpc>
            </a:pPr>
            <a:endParaRPr lang="en-US" sz="1100"/>
          </a:p>
          <a:p>
            <a:pPr fontAlgn="t">
              <a:lnSpc>
                <a:spcPct val="120000"/>
              </a:lnSpc>
            </a:pPr>
            <a:r>
              <a:rPr lang="en-US" sz="1100" b="1"/>
              <a:t>From As‑Is to To‑Be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As‑Is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Fragmented tools and workflows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Reactive service models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Manual follow‑ups and tribal knowledge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Inconsistent homeowner experiences</a:t>
            </a:r>
          </a:p>
          <a:p>
            <a:pPr fontAlgn="t">
              <a:lnSpc>
                <a:spcPct val="120000"/>
              </a:lnSpc>
            </a:pPr>
            <a:r>
              <a:rPr lang="en-US" sz="1100" b="1"/>
              <a:t>To‑Be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One dealer front door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Guided, data‑backed workflows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Proactive service and maintenance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Consistent, trusted homeowner communication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Scalable service and revenue model</a:t>
            </a:r>
          </a:p>
          <a:p>
            <a:pPr fontAlgn="t">
              <a:lnSpc>
                <a:spcPct val="120000"/>
              </a:lnSpc>
            </a:pPr>
            <a:br>
              <a:rPr lang="en-US" sz="1100"/>
            </a:br>
            <a:r>
              <a:rPr lang="en-US" sz="1100" b="1"/>
              <a:t>What </a:t>
            </a:r>
            <a:r>
              <a:rPr lang="en-US" sz="1100" b="1" err="1"/>
              <a:t>SkyportCare</a:t>
            </a:r>
            <a:r>
              <a:rPr lang="en-US" sz="1100" b="1"/>
              <a:t> enables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Reduced unnecessary truck rolls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Higher service efficiency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Stronger, long-term dealer‑homeowner trust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Lifecycle‑driven revenue (maintenance, upgrades, replacement)</a:t>
            </a:r>
          </a:p>
          <a:p>
            <a:pPr fontAlgn="t">
              <a:lnSpc>
                <a:spcPct val="120000"/>
              </a:lnSpc>
            </a:pPr>
            <a:br>
              <a:rPr lang="en-US" sz="1100"/>
            </a:br>
            <a:r>
              <a:rPr lang="en-US" sz="1100" b="1">
                <a:solidFill>
                  <a:srgbClr val="0070C0"/>
                </a:solidFill>
              </a:rPr>
              <a:t>Takeaway: </a:t>
            </a:r>
            <a:r>
              <a:rPr lang="en-US" sz="1100" err="1">
                <a:solidFill>
                  <a:srgbClr val="0070C0"/>
                </a:solidFill>
              </a:rPr>
              <a:t>SkyportCare</a:t>
            </a:r>
            <a:r>
              <a:rPr lang="en-US" sz="1100">
                <a:solidFill>
                  <a:srgbClr val="0070C0"/>
                </a:solidFill>
              </a:rPr>
              <a:t> enables dealers to scale trust, service, and lifetime value</a:t>
            </a:r>
          </a:p>
        </p:txBody>
      </p:sp>
    </p:spTree>
    <p:extLst>
      <p:ext uri="{BB962C8B-B14F-4D97-AF65-F5344CB8AC3E}">
        <p14:creationId xmlns:p14="http://schemas.microsoft.com/office/powerpoint/2010/main" val="333571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13CE6-D9DA-87BA-0F01-642534EDB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3CBAEE-5431-1390-6634-F9CF97F79D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EA9F2B-C7B5-4957-858E-C8B52E76DAAD}" type="slidenum">
              <a:rPr lang="ja-JP" altLang="en-US" smtClean="0"/>
              <a:pPr/>
              <a:t>12</a:t>
            </a:fld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80592B-DFC6-6993-8BCB-64D894E12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/>
            <a:r>
              <a:rPr lang="en-US" sz="2000">
                <a:latin typeface="+mn-lt"/>
              </a:rPr>
              <a:t>The E‑Platform Role: Demand Capture and End-to-End Orchestration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B8BB8-5988-0030-0F0E-99B6CD70A052}"/>
              </a:ext>
            </a:extLst>
          </p:cNvPr>
          <p:cNvSpPr txBox="1"/>
          <p:nvPr/>
        </p:nvSpPr>
        <p:spPr>
          <a:xfrm>
            <a:off x="265686" y="819755"/>
            <a:ext cx="8350621" cy="594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/>
            <a:r>
              <a:rPr lang="en-US" sz="1100" b="1"/>
              <a:t>Purpose: </a:t>
            </a:r>
            <a:r>
              <a:rPr lang="en-US" sz="1100"/>
              <a:t>Show how the E‑Platform captures demand early and routes it to dealer‑fulfilled execution.</a:t>
            </a:r>
          </a:p>
          <a:p>
            <a:pPr fontAlgn="t">
              <a:lnSpc>
                <a:spcPct val="120000"/>
              </a:lnSpc>
            </a:pPr>
            <a:endParaRPr lang="en-US" sz="1100"/>
          </a:p>
          <a:p>
            <a:pPr fontAlgn="t">
              <a:lnSpc>
                <a:spcPct val="120000"/>
              </a:lnSpc>
            </a:pPr>
            <a:r>
              <a:rPr lang="en-US" sz="1100"/>
              <a:t>The </a:t>
            </a:r>
            <a:r>
              <a:rPr lang="en-US" sz="1100" b="1"/>
              <a:t>E‑Platform</a:t>
            </a:r>
            <a:r>
              <a:rPr lang="en-US" sz="1100"/>
              <a:t> fills the pre‑engagement gap that exists today and serves as the digital front porch for homeowners who are: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Not yet ready to buy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Unsure who to trust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Exploring HVAC </a:t>
            </a:r>
            <a:r>
              <a:rPr lang="en-US" sz="1100" i="1"/>
              <a:t>or</a:t>
            </a:r>
            <a:r>
              <a:rPr lang="en-US" sz="1100"/>
              <a:t> broader whole‑home solutions</a:t>
            </a:r>
          </a:p>
          <a:p>
            <a:pPr fontAlgn="t">
              <a:lnSpc>
                <a:spcPct val="120000"/>
              </a:lnSpc>
            </a:pPr>
            <a:endParaRPr lang="en-US" sz="1100" b="1"/>
          </a:p>
          <a:p>
            <a:pPr fontAlgn="t">
              <a:lnSpc>
                <a:spcPct val="120000"/>
              </a:lnSpc>
            </a:pPr>
            <a:r>
              <a:rPr lang="en-US" sz="1100" b="1"/>
              <a:t>What the E‑Platform enables: </a:t>
            </a:r>
            <a:r>
              <a:rPr lang="en-US" sz="1100"/>
              <a:t>End‑to‑end solution orchestration — Daikin sells the job; dealers execute installation and service</a:t>
            </a:r>
            <a:endParaRPr lang="en-US" sz="1100" b="1"/>
          </a:p>
          <a:p>
            <a:pPr fontAlgn="t">
              <a:lnSpc>
                <a:spcPct val="120000"/>
              </a:lnSpc>
            </a:pPr>
            <a:endParaRPr lang="en-US" sz="1100" b="1"/>
          </a:p>
          <a:p>
            <a:pPr fontAlgn="t">
              <a:lnSpc>
                <a:spcPct val="120000"/>
              </a:lnSpc>
            </a:pPr>
            <a:r>
              <a:rPr lang="en-US" sz="1100" b="1"/>
              <a:t>Education: </a:t>
            </a:r>
            <a:r>
              <a:rPr lang="en-US" sz="1100"/>
              <a:t>Clear, unbiased guidance to reduce confusion and misinformation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HVAC, comfort, and efficiency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Electrification and energy concepts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Costs, incentives, and tradeoffs</a:t>
            </a:r>
          </a:p>
          <a:p>
            <a:pPr fontAlgn="t">
              <a:lnSpc>
                <a:spcPct val="120000"/>
              </a:lnSpc>
            </a:pPr>
            <a:endParaRPr lang="en-US" sz="1100" b="1"/>
          </a:p>
          <a:p>
            <a:pPr fontAlgn="t">
              <a:lnSpc>
                <a:spcPct val="120000"/>
              </a:lnSpc>
            </a:pPr>
            <a:r>
              <a:rPr lang="en-US" sz="1100" b="1"/>
              <a:t>Inspiration: </a:t>
            </a:r>
            <a:r>
              <a:rPr lang="en-US" sz="1100"/>
              <a:t>Helps homeowners imagine: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A more comfortable home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Lower energy costs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A pathway to electrification and sustainability</a:t>
            </a:r>
          </a:p>
          <a:p>
            <a:pPr fontAlgn="t">
              <a:lnSpc>
                <a:spcPct val="120000"/>
              </a:lnSpc>
            </a:pPr>
            <a:endParaRPr lang="en-US" sz="1100" b="1"/>
          </a:p>
          <a:p>
            <a:pPr fontAlgn="t">
              <a:lnSpc>
                <a:spcPct val="120000"/>
              </a:lnSpc>
            </a:pPr>
            <a:r>
              <a:rPr lang="en-US" sz="1100" b="1"/>
              <a:t>Trust building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Positions Daikin as a long‑term advisor, not just a product vendor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Creates confidence to commit to a dealer-fulfilled solution</a:t>
            </a:r>
          </a:p>
          <a:p>
            <a:pPr fontAlgn="t">
              <a:lnSpc>
                <a:spcPct val="120000"/>
              </a:lnSpc>
            </a:pPr>
            <a:endParaRPr lang="en-US" sz="1100"/>
          </a:p>
          <a:p>
            <a:pPr fontAlgn="t">
              <a:lnSpc>
                <a:spcPct val="120000"/>
              </a:lnSpc>
            </a:pPr>
            <a:r>
              <a:rPr lang="en-US" sz="1100" b="1"/>
              <a:t>Operating principle: </a:t>
            </a:r>
            <a:r>
              <a:rPr lang="en-US" sz="1100"/>
              <a:t>The E‑Platform does not replace dealers. It: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Captures intent earlier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Educates homeowners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Routes demand to dealer‑fulfilled solutions</a:t>
            </a:r>
          </a:p>
          <a:p>
            <a:pPr fontAlgn="t">
              <a:lnSpc>
                <a:spcPct val="120000"/>
              </a:lnSpc>
            </a:pPr>
            <a:br>
              <a:rPr lang="en-US" sz="1100"/>
            </a:br>
            <a:r>
              <a:rPr lang="en-US" sz="1100" b="1">
                <a:solidFill>
                  <a:srgbClr val="0070C0"/>
                </a:solidFill>
              </a:rPr>
              <a:t>Takeaway: </a:t>
            </a:r>
            <a:r>
              <a:rPr lang="en-US" sz="1100">
                <a:solidFill>
                  <a:srgbClr val="0070C0"/>
                </a:solidFill>
              </a:rPr>
              <a:t>The E‑Platform creates informed demand; dealers deliver execution and service</a:t>
            </a:r>
          </a:p>
        </p:txBody>
      </p:sp>
    </p:spTree>
    <p:extLst>
      <p:ext uri="{BB962C8B-B14F-4D97-AF65-F5344CB8AC3E}">
        <p14:creationId xmlns:p14="http://schemas.microsoft.com/office/powerpoint/2010/main" val="1646272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B79C-2E81-072F-E085-310022E37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F09113-8809-CC39-4028-927A1EAAFD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EA9F2B-C7B5-4957-858E-C8B52E76DAAD}" type="slidenum">
              <a:rPr lang="ja-JP" altLang="en-US" smtClean="0"/>
              <a:pPr/>
              <a:t>13</a:t>
            </a:fld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865C1B-E0EE-4B55-969D-ACACE082B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/>
            <a:r>
              <a:rPr lang="en-US" sz="2000">
                <a:latin typeface="+mn-lt"/>
              </a:rPr>
              <a:t>One Platform, Two Surfaces, One Lifecycle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C2BABB-A458-4AA3-D10F-EFD529155C2D}"/>
              </a:ext>
            </a:extLst>
          </p:cNvPr>
          <p:cNvSpPr txBox="1"/>
          <p:nvPr/>
        </p:nvSpPr>
        <p:spPr>
          <a:xfrm>
            <a:off x="265686" y="819755"/>
            <a:ext cx="8350621" cy="5780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100" b="1"/>
              <a:t>Purpose: </a:t>
            </a:r>
            <a:r>
              <a:rPr lang="en-US" sz="1100"/>
              <a:t>Show how </a:t>
            </a:r>
            <a:r>
              <a:rPr lang="en-US" sz="1100" b="1"/>
              <a:t>E‑Platform, </a:t>
            </a:r>
            <a:r>
              <a:rPr lang="en-US" sz="1100" b="1" err="1"/>
              <a:t>SkyportHome</a:t>
            </a:r>
            <a:r>
              <a:rPr lang="en-US" sz="1100" b="1"/>
              <a:t>, </a:t>
            </a:r>
            <a:r>
              <a:rPr lang="en-US" sz="1100" b="1" err="1"/>
              <a:t>SkyportCare</a:t>
            </a:r>
            <a:r>
              <a:rPr lang="en-US" sz="1100" b="1"/>
              <a:t> and </a:t>
            </a:r>
            <a:r>
              <a:rPr lang="en-US" sz="1100" b="1" err="1"/>
              <a:t>SkyportEnergy</a:t>
            </a:r>
            <a:r>
              <a:rPr lang="en-US" sz="1100"/>
              <a:t> work together as one connected system across the full homeowner lifecycle. </a:t>
            </a:r>
          </a:p>
          <a:p>
            <a:pPr fontAlgn="t">
              <a:lnSpc>
                <a:spcPct val="120000"/>
              </a:lnSpc>
            </a:pPr>
            <a:endParaRPr lang="en-US" sz="1100"/>
          </a:p>
          <a:p>
            <a:pPr fontAlgn="t">
              <a:lnSpc>
                <a:spcPct val="120000"/>
              </a:lnSpc>
            </a:pPr>
            <a:r>
              <a:rPr lang="en-US" sz="1100"/>
              <a:t>The Daikin digital ecosystem is built on a single platform with multiple experience surfaces, powered by shared data, logic, and intelligence.</a:t>
            </a:r>
          </a:p>
          <a:p>
            <a:pPr fontAlgn="t">
              <a:lnSpc>
                <a:spcPct val="120000"/>
              </a:lnSpc>
            </a:pPr>
            <a:endParaRPr lang="en-US" sz="1100"/>
          </a:p>
          <a:p>
            <a:pPr fontAlgn="t">
              <a:lnSpc>
                <a:spcPct val="120000"/>
              </a:lnSpc>
            </a:pPr>
            <a:r>
              <a:rPr lang="en-US" sz="1100" b="1"/>
              <a:t>E‑Platform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Engages homeowners early through education, inspiration, and trust building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Serves emergency replacers, HVAC seekers, and whole‑home seekers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Routes demand to dealer‑fulfilled execution </a:t>
            </a:r>
          </a:p>
          <a:p>
            <a:pPr fontAlgn="t">
              <a:lnSpc>
                <a:spcPct val="120000"/>
              </a:lnSpc>
            </a:pPr>
            <a:r>
              <a:rPr lang="en-US" sz="1100" b="1" err="1"/>
              <a:t>SkyportHome</a:t>
            </a:r>
            <a:r>
              <a:rPr lang="en-US" sz="1100" b="1"/>
              <a:t> (Homeowner Surface)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Always‑on engagement after connection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Comfort and system visibility, education, and insights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Energy and whole‑home awareness over time </a:t>
            </a:r>
          </a:p>
          <a:p>
            <a:pPr fontAlgn="t">
              <a:lnSpc>
                <a:spcPct val="120000"/>
              </a:lnSpc>
            </a:pPr>
            <a:r>
              <a:rPr lang="en-US" sz="1100" b="1" err="1"/>
              <a:t>SkyportCare</a:t>
            </a:r>
            <a:r>
              <a:rPr lang="en-US" sz="1100" b="1"/>
              <a:t> (Dealer Surface)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Dealer operating system across the lifecycle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Quality installation, proactive service, and maintenance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Data‑backed homeowner communication and lifecycle revenue </a:t>
            </a:r>
          </a:p>
          <a:p>
            <a:pPr fontAlgn="t">
              <a:lnSpc>
                <a:spcPct val="120000"/>
              </a:lnSpc>
            </a:pPr>
            <a:r>
              <a:rPr lang="en-US" sz="1100" b="1" err="1"/>
              <a:t>SkyportEnergy</a:t>
            </a:r>
            <a:r>
              <a:rPr lang="en-US" sz="1100" b="1"/>
              <a:t> (HEMS)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Executes demand response, VPP participation, and energy programs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Extends engagement into grid‑interactive and monetized use cases</a:t>
            </a:r>
          </a:p>
          <a:p>
            <a:pPr fontAlgn="t">
              <a:lnSpc>
                <a:spcPct val="120000"/>
              </a:lnSpc>
            </a:pPr>
            <a:endParaRPr lang="en-US" sz="1100"/>
          </a:p>
          <a:p>
            <a:pPr fontAlgn="t">
              <a:lnSpc>
                <a:spcPct val="120000"/>
              </a:lnSpc>
            </a:pPr>
            <a:r>
              <a:rPr lang="en-US" sz="1100" b="1"/>
              <a:t>Foundational principle: </a:t>
            </a:r>
            <a:r>
              <a:rPr lang="en-US" sz="1100"/>
              <a:t>Different users. Different interfaces. Shared intelligence.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One system of record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One set of rules and logic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One lifecycle view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Multiple tailored experiences</a:t>
            </a:r>
          </a:p>
          <a:p>
            <a:pPr fontAlgn="t">
              <a:lnSpc>
                <a:spcPct val="120000"/>
              </a:lnSpc>
            </a:pPr>
            <a:br>
              <a:rPr lang="en-US" sz="1100"/>
            </a:br>
            <a:r>
              <a:rPr lang="en-US" sz="1100" b="1">
                <a:solidFill>
                  <a:srgbClr val="0070C0"/>
                </a:solidFill>
              </a:rPr>
              <a:t>Takeaway: </a:t>
            </a:r>
            <a:r>
              <a:rPr lang="en-US" sz="1100">
                <a:solidFill>
                  <a:srgbClr val="0070C0"/>
                </a:solidFill>
              </a:rPr>
              <a:t>One platform orchestrates the entire lifecycle — from discovery to decades of ownership</a:t>
            </a:r>
          </a:p>
        </p:txBody>
      </p:sp>
    </p:spTree>
    <p:extLst>
      <p:ext uri="{BB962C8B-B14F-4D97-AF65-F5344CB8AC3E}">
        <p14:creationId xmlns:p14="http://schemas.microsoft.com/office/powerpoint/2010/main" val="1660932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0EF8A-9DCF-E287-5DB5-E497FB776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9A4015-64C2-DE45-F7FA-B605F6F03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EA9F2B-C7B5-4957-858E-C8B52E76DAAD}" type="slidenum">
              <a:rPr lang="ja-JP" altLang="en-US" smtClean="0"/>
              <a:pPr/>
              <a:t>14</a:t>
            </a:fld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127563-221D-1B3C-DA2B-C7ADF5A4D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/>
            <a:r>
              <a:rPr lang="en-US" sz="2000" err="1">
                <a:latin typeface="+mn-lt"/>
              </a:rPr>
              <a:t>SkyportEnergy</a:t>
            </a:r>
            <a:r>
              <a:rPr lang="en-US" sz="2000">
                <a:latin typeface="+mn-lt"/>
              </a:rPr>
              <a:t>: Home Energy Management and Grid Participation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E8D6B6-D47E-B4D6-2C06-7C972700EAD1}"/>
              </a:ext>
            </a:extLst>
          </p:cNvPr>
          <p:cNvSpPr txBox="1"/>
          <p:nvPr/>
        </p:nvSpPr>
        <p:spPr>
          <a:xfrm>
            <a:off x="265686" y="819755"/>
            <a:ext cx="8350621" cy="47459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200" b="1"/>
              <a:t>Purpose: </a:t>
            </a:r>
            <a:r>
              <a:rPr lang="en-US" sz="1200"/>
              <a:t>Clarify </a:t>
            </a:r>
            <a:r>
              <a:rPr lang="en-US" sz="1200" b="1" err="1"/>
              <a:t>SkyportEnergy</a:t>
            </a:r>
            <a:r>
              <a:rPr lang="en-US" sz="1200" err="1"/>
              <a:t>’s</a:t>
            </a:r>
            <a:r>
              <a:rPr lang="en-US" sz="1200"/>
              <a:t> role as an advanced extension of the platform — not a prerequisite for core execution</a:t>
            </a:r>
          </a:p>
          <a:p>
            <a:pPr fontAlgn="t">
              <a:lnSpc>
                <a:spcPct val="120000"/>
              </a:lnSpc>
            </a:pPr>
            <a:endParaRPr lang="en-US" sz="1200" b="1"/>
          </a:p>
          <a:p>
            <a:pPr fontAlgn="t">
              <a:lnSpc>
                <a:spcPct val="120000"/>
              </a:lnSpc>
            </a:pPr>
            <a:r>
              <a:rPr lang="en-US" sz="1200" b="1"/>
              <a:t>What </a:t>
            </a:r>
            <a:r>
              <a:rPr lang="en-US" sz="1200" b="1" err="1"/>
              <a:t>SkyportEnergy</a:t>
            </a:r>
            <a:r>
              <a:rPr lang="en-US" sz="1200" b="1"/>
              <a:t> is</a:t>
            </a:r>
            <a:endParaRPr lang="en-US" sz="1200"/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A Home Energy Management System (HEMS)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Enables: </a:t>
            </a:r>
          </a:p>
          <a:p>
            <a:pPr marL="628650" lvl="1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Demand response</a:t>
            </a:r>
          </a:p>
          <a:p>
            <a:pPr marL="628650" lvl="1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VPP participation</a:t>
            </a:r>
          </a:p>
          <a:p>
            <a:pPr marL="628650" lvl="1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Utility and aggregator programs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Built on the same platform, data, and lifecycle intelligence</a:t>
            </a:r>
          </a:p>
          <a:p>
            <a:pPr fontAlgn="t">
              <a:lnSpc>
                <a:spcPct val="120000"/>
              </a:lnSpc>
            </a:pPr>
            <a:endParaRPr lang="en-US" sz="1200" b="1"/>
          </a:p>
          <a:p>
            <a:pPr fontAlgn="t">
              <a:lnSpc>
                <a:spcPct val="120000"/>
              </a:lnSpc>
            </a:pPr>
            <a:r>
              <a:rPr lang="en-US" sz="1200" b="1"/>
              <a:t>What </a:t>
            </a:r>
            <a:r>
              <a:rPr lang="en-US" sz="1200" b="1" err="1"/>
              <a:t>SkyportEnergy</a:t>
            </a:r>
            <a:r>
              <a:rPr lang="en-US" sz="1200" b="1"/>
              <a:t> is NOT:</a:t>
            </a:r>
            <a:endParaRPr lang="en-US" sz="1200"/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A required for every homeowner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A replacement for </a:t>
            </a:r>
            <a:r>
              <a:rPr lang="en-US" sz="1200" b="1" err="1"/>
              <a:t>SkyportHome</a:t>
            </a:r>
            <a:endParaRPr lang="en-US" sz="1200" b="1"/>
          </a:p>
          <a:p>
            <a:pPr fontAlgn="t">
              <a:lnSpc>
                <a:spcPct val="120000"/>
              </a:lnSpc>
            </a:pPr>
            <a:r>
              <a:rPr lang="en-US" sz="1200"/>
              <a:t>Homeowner participation is optional and is based on eligibility and timing</a:t>
            </a:r>
          </a:p>
          <a:p>
            <a:pPr fontAlgn="t">
              <a:lnSpc>
                <a:spcPct val="120000"/>
              </a:lnSpc>
            </a:pPr>
            <a:endParaRPr lang="en-US" sz="1200" b="1"/>
          </a:p>
          <a:p>
            <a:pPr fontAlgn="t">
              <a:lnSpc>
                <a:spcPct val="120000"/>
              </a:lnSpc>
            </a:pPr>
            <a:r>
              <a:rPr lang="en-US" sz="1200" b="1"/>
              <a:t>Why it matters</a:t>
            </a:r>
            <a:endParaRPr lang="en-US" sz="1200"/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Monetization beyond hardware through energy and whole‑home services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Grid participation that enables new utility‑backed value streams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Differentiation and expansion into whole‑home technologies over time</a:t>
            </a:r>
          </a:p>
          <a:p>
            <a:pPr fontAlgn="t">
              <a:lnSpc>
                <a:spcPct val="120000"/>
              </a:lnSpc>
            </a:pPr>
            <a:endParaRPr lang="en-US" sz="1200"/>
          </a:p>
          <a:p>
            <a:pPr fontAlgn="t">
              <a:lnSpc>
                <a:spcPct val="120000"/>
              </a:lnSpc>
            </a:pPr>
            <a:r>
              <a:rPr lang="en-US" sz="1200" b="1">
                <a:solidFill>
                  <a:srgbClr val="0070C0"/>
                </a:solidFill>
              </a:rPr>
              <a:t>Takeaway: </a:t>
            </a:r>
            <a:r>
              <a:rPr lang="en-US" sz="1200" b="1" err="1">
                <a:solidFill>
                  <a:srgbClr val="0070C0"/>
                </a:solidFill>
              </a:rPr>
              <a:t>SkyportEnergy</a:t>
            </a:r>
            <a:r>
              <a:rPr lang="en-US" sz="1200">
                <a:solidFill>
                  <a:srgbClr val="0070C0"/>
                </a:solidFill>
              </a:rPr>
              <a:t> extends the lifecycle into grid‑interactive and monetized use cases — once the foundation is in place</a:t>
            </a:r>
          </a:p>
        </p:txBody>
      </p:sp>
    </p:spTree>
    <p:extLst>
      <p:ext uri="{BB962C8B-B14F-4D97-AF65-F5344CB8AC3E}">
        <p14:creationId xmlns:p14="http://schemas.microsoft.com/office/powerpoint/2010/main" val="3123746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DF800-C6DF-97FB-69CE-5564BAEB7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F4A35C-08FB-B0BC-722F-FF4AD6D742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EA9F2B-C7B5-4957-858E-C8B52E76DAAD}" type="slidenum">
              <a:rPr lang="ja-JP" altLang="en-US" smtClean="0"/>
              <a:pPr/>
              <a:t>15</a:t>
            </a:fld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05EE71C-A39C-45C9-98F6-57A261D0C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/>
            <a:r>
              <a:rPr lang="en-US" sz="2000">
                <a:latin typeface="+mn-lt"/>
              </a:rPr>
              <a:t>How Digital Makes Product Growth Repeatable and 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6C1D0E-C2F5-83E8-0511-605D9215D120}"/>
              </a:ext>
            </a:extLst>
          </p:cNvPr>
          <p:cNvSpPr txBox="1"/>
          <p:nvPr/>
        </p:nvSpPr>
        <p:spPr>
          <a:xfrm>
            <a:off x="265686" y="819755"/>
            <a:ext cx="8625553" cy="5780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100" b="1"/>
              <a:t>Purpose: </a:t>
            </a:r>
            <a:r>
              <a:rPr lang="en-US" sz="1100"/>
              <a:t>Show how digital experience and platform execution enable scalable growth across hardware, services, and lifecycle value — without owning revenue targets</a:t>
            </a:r>
          </a:p>
          <a:p>
            <a:pPr fontAlgn="t">
              <a:lnSpc>
                <a:spcPct val="120000"/>
              </a:lnSpc>
            </a:pPr>
            <a:endParaRPr lang="en-US" sz="1100" b="1"/>
          </a:p>
          <a:p>
            <a:pPr fontAlgn="t">
              <a:lnSpc>
                <a:spcPct val="120000"/>
              </a:lnSpc>
            </a:pPr>
            <a:r>
              <a:rPr lang="en-US" sz="1100" b="1"/>
              <a:t>What Digital Ownership Enables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The growth engine that turns installed base into engaged, repeat customers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The operating model that makes activation, engagement, and execution the default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The platform layer that scales value across products, channels, and services</a:t>
            </a:r>
          </a:p>
          <a:p>
            <a:pPr fontAlgn="t">
              <a:lnSpc>
                <a:spcPct val="120000"/>
              </a:lnSpc>
            </a:pPr>
            <a:r>
              <a:rPr lang="en-US" sz="1100"/>
              <a:t>Digital does not own revenue targets — it owns the growth engine that makes those targets achievable and scalable.</a:t>
            </a:r>
          </a:p>
          <a:p>
            <a:pPr fontAlgn="t">
              <a:lnSpc>
                <a:spcPct val="120000"/>
              </a:lnSpc>
            </a:pPr>
            <a:br>
              <a:rPr lang="en-US" sz="1100"/>
            </a:br>
            <a:r>
              <a:rPr lang="en-US" sz="1100" b="1"/>
              <a:t>Growth Levers Digital Enabled by Platform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 b="1" err="1"/>
              <a:t>SkyportHome</a:t>
            </a:r>
            <a:r>
              <a:rPr lang="en-US" sz="1100" b="1"/>
              <a:t>:</a:t>
            </a:r>
            <a:r>
              <a:rPr lang="en-US" sz="1100"/>
              <a:t> Higher activation and sustained homeowner engagement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 b="1" err="1"/>
              <a:t>SkyportCare</a:t>
            </a:r>
            <a:r>
              <a:rPr lang="en-US" sz="1100" b="1"/>
              <a:t>:</a:t>
            </a:r>
            <a:r>
              <a:rPr lang="en-US" sz="1100"/>
              <a:t> Improved dealer efficiency and stronger service attachment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 b="1"/>
              <a:t>E‑Platform:</a:t>
            </a:r>
            <a:r>
              <a:rPr lang="en-US" sz="1100"/>
              <a:t> Earlier, better‑qualified demand capture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 b="1" err="1"/>
              <a:t>SkyportEnergy</a:t>
            </a:r>
            <a:r>
              <a:rPr lang="en-US" sz="1100" b="1"/>
              <a:t>:</a:t>
            </a:r>
            <a:r>
              <a:rPr lang="en-US" sz="1100"/>
              <a:t> Incremental post‑install monetization through energy programs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100"/>
          </a:p>
          <a:p>
            <a:pPr fontAlgn="t">
              <a:lnSpc>
                <a:spcPct val="120000"/>
              </a:lnSpc>
            </a:pPr>
            <a:r>
              <a:rPr lang="en-US" sz="1100" b="1"/>
              <a:t>What This Unlocks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Higher utilization of the connected installed base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More predictable sales, replacement, and upgrade cycles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More service and energy value without more truck rolls</a:t>
            </a:r>
          </a:p>
          <a:p>
            <a:pPr fontAlgn="t">
              <a:lnSpc>
                <a:spcPct val="120000"/>
              </a:lnSpc>
            </a:pPr>
            <a:endParaRPr lang="en-US" sz="1100"/>
          </a:p>
          <a:p>
            <a:pPr fontAlgn="t">
              <a:lnSpc>
                <a:spcPct val="120000"/>
              </a:lnSpc>
            </a:pPr>
            <a:r>
              <a:rPr lang="en-US" sz="1100" b="1"/>
              <a:t>Where the Growth Shows Up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 b="1"/>
              <a:t>Hardware</a:t>
            </a:r>
            <a:r>
              <a:rPr lang="en-US" sz="1100"/>
              <a:t> (FIT systems, thermostats, controls, and accessories): Higher close rates &amp; attachment driven by earlier, better‑informed homeowners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 b="1"/>
              <a:t>Services</a:t>
            </a:r>
            <a:r>
              <a:rPr lang="en-US" sz="1100"/>
              <a:t> (maintenance attach, lifecycle upgrades, and retention): Higher service penetration driven by ongoing,  proactive engagement 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 b="1"/>
              <a:t>Future</a:t>
            </a:r>
            <a:r>
              <a:rPr lang="en-US" sz="1100"/>
              <a:t>: </a:t>
            </a:r>
          </a:p>
          <a:p>
            <a:pPr marL="628650" lvl="1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Expansion into whole‑home and adjacent solution categories over time</a:t>
            </a:r>
          </a:p>
          <a:p>
            <a:pPr marL="628650" lvl="1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100"/>
              <a:t>Energy programs, HEMS, and grid‑interactive offerings</a:t>
            </a:r>
          </a:p>
          <a:p>
            <a:pPr fontAlgn="t">
              <a:lnSpc>
                <a:spcPct val="120000"/>
              </a:lnSpc>
            </a:pPr>
            <a:br>
              <a:rPr lang="en-US" sz="1100"/>
            </a:br>
            <a:r>
              <a:rPr lang="en-US" sz="1100" b="1">
                <a:solidFill>
                  <a:srgbClr val="0070C0"/>
                </a:solidFill>
              </a:rPr>
              <a:t>Takeaway: </a:t>
            </a:r>
            <a:r>
              <a:rPr lang="en-US" sz="1100">
                <a:solidFill>
                  <a:srgbClr val="0097E0"/>
                </a:solidFill>
              </a:rPr>
              <a:t>Digital doesn’t replace product growth plans — it makes them repeatable and scalable</a:t>
            </a:r>
          </a:p>
        </p:txBody>
      </p:sp>
    </p:spTree>
    <p:extLst>
      <p:ext uri="{BB962C8B-B14F-4D97-AF65-F5344CB8AC3E}">
        <p14:creationId xmlns:p14="http://schemas.microsoft.com/office/powerpoint/2010/main" val="2794484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86CC6-D433-BF73-8BC7-6ED892422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D7F45B-3A97-D8B7-D386-0668911C2A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EA9F2B-C7B5-4957-858E-C8B52E76DAAD}" type="slidenum">
              <a:rPr lang="ja-JP" altLang="en-US" smtClean="0"/>
              <a:pPr/>
              <a:t>16</a:t>
            </a:fld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FB1F6C-9182-4069-1F64-58FC6F3E0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916" y="3068960"/>
            <a:ext cx="4957854" cy="360040"/>
          </a:xfrm>
        </p:spPr>
        <p:txBody>
          <a:bodyPr/>
          <a:lstStyle/>
          <a:p>
            <a:pPr algn="ctr" fontAlgn="t"/>
            <a:r>
              <a:rPr lang="en-US" sz="6000">
                <a:latin typeface="+mn-lt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630876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11E2F-35B2-C2AD-A639-D49484076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799BE7-F5EB-531A-5B6E-119730C148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EA9F2B-C7B5-4957-858E-C8B52E76DAAD}" type="slidenum">
              <a:rPr lang="ja-JP" altLang="en-US" smtClean="0"/>
              <a:pPr/>
              <a:t>17</a:t>
            </a:fld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37C293-B521-3AD0-CC09-AE78F3A4F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/>
            <a:r>
              <a:rPr lang="en-US" sz="2000">
                <a:latin typeface="+mn-lt"/>
              </a:rPr>
              <a:t>Appendix A — Digital Tool Landscape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552C2C-EF25-F25E-FC88-3835AFC2AB52}"/>
              </a:ext>
            </a:extLst>
          </p:cNvPr>
          <p:cNvSpPr txBox="1"/>
          <p:nvPr/>
        </p:nvSpPr>
        <p:spPr>
          <a:xfrm>
            <a:off x="265686" y="819755"/>
            <a:ext cx="8350621" cy="43027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200" b="1"/>
              <a:t>Purpose: </a:t>
            </a:r>
            <a:r>
              <a:rPr lang="en-US" sz="1200"/>
              <a:t>Surface the opportunity to simplify the digital experience now that a platform front door exists</a:t>
            </a:r>
          </a:p>
          <a:p>
            <a:pPr fontAlgn="t">
              <a:lnSpc>
                <a:spcPct val="120000"/>
              </a:lnSpc>
            </a:pPr>
            <a:endParaRPr lang="en-US" sz="1200" b="1"/>
          </a:p>
          <a:p>
            <a:pPr fontAlgn="t">
              <a:lnSpc>
                <a:spcPct val="120000"/>
              </a:lnSpc>
            </a:pPr>
            <a:r>
              <a:rPr lang="en-US" sz="1200" b="1"/>
              <a:t>What We See Today: </a:t>
            </a:r>
            <a:r>
              <a:rPr lang="en-US" sz="1200"/>
              <a:t>Multiple front‑end tools exist (Matchup Xpress, </a:t>
            </a:r>
            <a:r>
              <a:rPr lang="en-US" sz="1200" err="1"/>
              <a:t>TechHub</a:t>
            </a:r>
            <a:r>
              <a:rPr lang="en-US" sz="1200"/>
              <a:t>, </a:t>
            </a:r>
            <a:r>
              <a:rPr lang="en-US" sz="1200" err="1"/>
              <a:t>DaikinCity</a:t>
            </a:r>
            <a:r>
              <a:rPr lang="en-US" sz="1200"/>
              <a:t> &amp; more) across the dealer lifecycle, each created to solve valid point‑in‑time needs</a:t>
            </a:r>
          </a:p>
          <a:p>
            <a:pPr fontAlgn="t">
              <a:lnSpc>
                <a:spcPct val="120000"/>
              </a:lnSpc>
            </a:pPr>
            <a:endParaRPr lang="en-US" sz="1200" b="1"/>
          </a:p>
          <a:p>
            <a:pPr fontAlgn="t">
              <a:lnSpc>
                <a:spcPct val="120000"/>
              </a:lnSpc>
            </a:pPr>
            <a:r>
              <a:rPr lang="en-US" sz="1200" b="1"/>
              <a:t>What the Platform Enables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b="1" err="1"/>
              <a:t>SkyportCare</a:t>
            </a:r>
            <a:r>
              <a:rPr lang="en-US" sz="1200" b="1"/>
              <a:t> </a:t>
            </a:r>
            <a:r>
              <a:rPr lang="en-US" sz="1200"/>
              <a:t>as the single front door for dealer and sales workflows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APIs and services that allow tools to function as capabilities, not destinations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Consistent, end‑to‑end execution across the lifecycle, regardless of which tools power the workflow</a:t>
            </a:r>
          </a:p>
          <a:p>
            <a:pPr fontAlgn="t">
              <a:lnSpc>
                <a:spcPct val="120000"/>
              </a:lnSpc>
            </a:pPr>
            <a:endParaRPr lang="en-US" sz="1200" b="1"/>
          </a:p>
          <a:p>
            <a:pPr fontAlgn="t">
              <a:lnSpc>
                <a:spcPct val="120000"/>
              </a:lnSpc>
            </a:pPr>
            <a:r>
              <a:rPr lang="en-US" sz="1200" b="1"/>
              <a:t>The Opportunity</a:t>
            </a:r>
          </a:p>
          <a:p>
            <a:pPr fontAlgn="t">
              <a:lnSpc>
                <a:spcPct val="120000"/>
              </a:lnSpc>
            </a:pPr>
            <a:r>
              <a:rPr lang="en-US" sz="1200"/>
              <a:t>Systematically review each tool to understand why it exists, who it serves, and whether it truly requires its own UI</a:t>
            </a:r>
          </a:p>
          <a:p>
            <a:pPr fontAlgn="t">
              <a:lnSpc>
                <a:spcPct val="120000"/>
              </a:lnSpc>
            </a:pPr>
            <a:r>
              <a:rPr lang="en-US" sz="1200"/>
              <a:t>Identify candidates to: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Be embedded into the platform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Be merged with adjacent capabilities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Remain standalone where justified</a:t>
            </a:r>
          </a:p>
          <a:p>
            <a:pPr fontAlgn="t">
              <a:lnSpc>
                <a:spcPct val="120000"/>
              </a:lnSpc>
            </a:pPr>
            <a:br>
              <a:rPr lang="en-US" sz="1200"/>
            </a:br>
            <a:r>
              <a:rPr lang="en-US" sz="1200" b="1">
                <a:solidFill>
                  <a:srgbClr val="0070C0"/>
                </a:solidFill>
              </a:rPr>
              <a:t>Takeaway: </a:t>
            </a:r>
            <a:r>
              <a:rPr lang="en-US" sz="1200">
                <a:solidFill>
                  <a:srgbClr val="0097E0"/>
                </a:solidFill>
              </a:rPr>
              <a:t>The platform does not eliminate tools — it creates the opportunity to simplify the experience by consolidating front ends and elevating shared capabilities</a:t>
            </a:r>
          </a:p>
        </p:txBody>
      </p:sp>
    </p:spTree>
    <p:extLst>
      <p:ext uri="{BB962C8B-B14F-4D97-AF65-F5344CB8AC3E}">
        <p14:creationId xmlns:p14="http://schemas.microsoft.com/office/powerpoint/2010/main" val="654230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BF4EE-D60D-B183-8799-127326BB6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492EF1-0706-BB0D-0524-EA757B0F9B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EA9F2B-C7B5-4957-858E-C8B52E76DAAD}" type="slidenum">
              <a:rPr lang="ja-JP" altLang="en-US" smtClean="0"/>
              <a:pPr/>
              <a:t>18</a:t>
            </a:fld>
            <a:endParaRPr lang="ja-JP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7AAE85-2E1D-6852-91F4-583E8E8E2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/>
            <a:r>
              <a:rPr lang="en-US" sz="2000">
                <a:latin typeface="+mn-lt"/>
              </a:rPr>
              <a:t>Appendix B — App &amp; Service Capability Depth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7476C9-6C0F-50FE-485C-28717ACE34FF}"/>
              </a:ext>
            </a:extLst>
          </p:cNvPr>
          <p:cNvSpPr txBox="1"/>
          <p:nvPr/>
        </p:nvSpPr>
        <p:spPr>
          <a:xfrm>
            <a:off x="265687" y="819755"/>
            <a:ext cx="4142007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200" b="1"/>
              <a:t>Purpose: </a:t>
            </a:r>
            <a:r>
              <a:rPr lang="en-US" sz="1200"/>
              <a:t>Show </a:t>
            </a:r>
            <a:r>
              <a:rPr lang="en-US" sz="1200" b="1" err="1"/>
              <a:t>SkyportHome</a:t>
            </a:r>
            <a:r>
              <a:rPr lang="en-US" sz="1200"/>
              <a:t> is concrete and intentional, without listing every feature.</a:t>
            </a:r>
          </a:p>
          <a:p>
            <a:pPr fontAlgn="t">
              <a:lnSpc>
                <a:spcPct val="120000"/>
              </a:lnSpc>
            </a:pPr>
            <a:endParaRPr lang="en-US" sz="1200"/>
          </a:p>
          <a:p>
            <a:pPr fontAlgn="t">
              <a:lnSpc>
                <a:spcPct val="120000"/>
              </a:lnSpc>
            </a:pPr>
            <a:r>
              <a:rPr lang="en-US" sz="1200" b="1"/>
              <a:t>Homeowner Visibility &amp; Peace of Mind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System status &amp; health visibility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Runtime, mode, and performance transparency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Alerts and explanations that build trust</a:t>
            </a:r>
          </a:p>
          <a:p>
            <a:pPr fontAlgn="t">
              <a:lnSpc>
                <a:spcPct val="120000"/>
              </a:lnSpc>
            </a:pPr>
            <a:r>
              <a:rPr lang="en-US" sz="1200" b="1"/>
              <a:t>Comfort &amp; Performance Insights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Personalized comfort optimization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Sensor‑driven awareness (RHT, zoning)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Intelligent scheduling and behavior learning</a:t>
            </a:r>
          </a:p>
          <a:p>
            <a:pPr fontAlgn="t">
              <a:lnSpc>
                <a:spcPct val="120000"/>
              </a:lnSpc>
            </a:pPr>
            <a:r>
              <a:rPr lang="en-US" sz="1200" b="1"/>
              <a:t>Energy Awareness &amp; Optimization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Energy usage and trend visibility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Cost and efficiency insights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Foundations for demand response, TOU, and future HEMS integration</a:t>
            </a:r>
          </a:p>
          <a:p>
            <a:pPr fontAlgn="t">
              <a:lnSpc>
                <a:spcPct val="120000"/>
              </a:lnSpc>
            </a:pPr>
            <a:r>
              <a:rPr lang="en-US" sz="1200" b="1"/>
              <a:t>Education &amp; Guidance After Install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In‑app explanations and recommendations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Plain‑language diagnostics and insights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Ongoing learning beyond the install event</a:t>
            </a:r>
          </a:p>
          <a:p>
            <a:pPr fontAlgn="t">
              <a:lnSpc>
                <a:spcPct val="120000"/>
              </a:lnSpc>
            </a:pPr>
            <a:r>
              <a:rPr lang="en-US" sz="1200" b="1"/>
              <a:t>Whole‑Home &amp; Energy Expansion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HVAC as the anchor, not the ceiling</a:t>
            </a:r>
          </a:p>
          <a:p>
            <a:pPr fontAlgn="t">
              <a:lnSpc>
                <a:spcPct val="120000"/>
              </a:lnSpc>
            </a:pPr>
            <a:br>
              <a:rPr lang="en-US" sz="1200"/>
            </a:br>
            <a:r>
              <a:rPr lang="en-US" sz="1200" b="1">
                <a:solidFill>
                  <a:srgbClr val="0070C0"/>
                </a:solidFill>
              </a:rPr>
              <a:t>Takeaway : </a:t>
            </a:r>
            <a:r>
              <a:rPr lang="en-US" sz="1200" err="1">
                <a:solidFill>
                  <a:srgbClr val="0070C0"/>
                </a:solidFill>
              </a:rPr>
              <a:t>SkyportHome</a:t>
            </a:r>
            <a:r>
              <a:rPr lang="en-US" sz="1200">
                <a:solidFill>
                  <a:srgbClr val="0070C0"/>
                </a:solidFill>
              </a:rPr>
              <a:t> turns ownership into an ongoing relationship.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B4E29-E24F-6EB8-2D2D-2C5692C68188}"/>
              </a:ext>
            </a:extLst>
          </p:cNvPr>
          <p:cNvSpPr txBox="1"/>
          <p:nvPr/>
        </p:nvSpPr>
        <p:spPr>
          <a:xfrm>
            <a:off x="4672011" y="819755"/>
            <a:ext cx="4206302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t">
              <a:lnSpc>
                <a:spcPct val="120000"/>
              </a:lnSpc>
            </a:pPr>
            <a:r>
              <a:rPr lang="en-US" sz="1200" b="1"/>
              <a:t>Purpose: </a:t>
            </a:r>
            <a:r>
              <a:rPr lang="en-US" sz="1200"/>
              <a:t>Clarify </a:t>
            </a:r>
            <a:r>
              <a:rPr lang="en-US" sz="1200" b="1" err="1"/>
              <a:t>SkyportCare</a:t>
            </a:r>
            <a:r>
              <a:rPr lang="en-US" sz="1200" err="1"/>
              <a:t>’s</a:t>
            </a:r>
            <a:r>
              <a:rPr lang="en-US" sz="1200"/>
              <a:t> dealer value, not just its features.</a:t>
            </a:r>
          </a:p>
          <a:p>
            <a:pPr fontAlgn="t">
              <a:lnSpc>
                <a:spcPct val="120000"/>
              </a:lnSpc>
            </a:pPr>
            <a:endParaRPr lang="en-US" sz="1200"/>
          </a:p>
          <a:p>
            <a:pPr fontAlgn="t">
              <a:lnSpc>
                <a:spcPct val="120000"/>
              </a:lnSpc>
            </a:pPr>
            <a:r>
              <a:rPr lang="en-US" sz="1200" b="1"/>
              <a:t>Install Quality &amp; Commissioning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Guided commissioning workflows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Validation against system requirements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Data‑backed proof of quality install</a:t>
            </a:r>
          </a:p>
          <a:p>
            <a:pPr fontAlgn="t">
              <a:lnSpc>
                <a:spcPct val="120000"/>
              </a:lnSpc>
            </a:pPr>
            <a:r>
              <a:rPr lang="en-US" sz="1200" b="1"/>
              <a:t>Proactive Diagnostics &amp; Maintenance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Remote diagnostics and monitoring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Predictive maintenance signals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Reduced unnecessary truck rolls</a:t>
            </a:r>
          </a:p>
          <a:p>
            <a:pPr fontAlgn="t">
              <a:lnSpc>
                <a:spcPct val="120000"/>
              </a:lnSpc>
            </a:pPr>
            <a:r>
              <a:rPr lang="en-US" sz="1200" b="1"/>
              <a:t>Dealer Workflow Efficiency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Single front door for lifecycle activities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Clear prioritization and insights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Reduced reliance on tribal knowledge</a:t>
            </a:r>
          </a:p>
          <a:p>
            <a:pPr fontAlgn="t">
              <a:lnSpc>
                <a:spcPct val="120000"/>
              </a:lnSpc>
            </a:pPr>
            <a:r>
              <a:rPr lang="en-US" sz="1200" b="1"/>
              <a:t>Homeowner Communication &amp; Trust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Dealer‑branded reports and insights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Clear explanations homeowners can understand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Stronger, longer‑term relationships</a:t>
            </a:r>
          </a:p>
          <a:p>
            <a:pPr fontAlgn="t">
              <a:lnSpc>
                <a:spcPct val="120000"/>
              </a:lnSpc>
            </a:pPr>
            <a:r>
              <a:rPr lang="en-US" sz="1200" b="1"/>
              <a:t>Lifecycle Revenue Enablement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Maintenance agreement support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Upgrade and replacement timing insights</a:t>
            </a:r>
          </a:p>
          <a:p>
            <a:pPr marL="171450" indent="-171450" fontAlgn="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/>
              <a:t>Predictable, scalable service revenue</a:t>
            </a:r>
          </a:p>
          <a:p>
            <a:pPr fontAlgn="t">
              <a:lnSpc>
                <a:spcPct val="120000"/>
              </a:lnSpc>
            </a:pPr>
            <a:br>
              <a:rPr lang="en-US" sz="1200"/>
            </a:br>
            <a:r>
              <a:rPr lang="en-US" sz="1200" b="1">
                <a:solidFill>
                  <a:srgbClr val="0070C0"/>
                </a:solidFill>
              </a:rPr>
              <a:t>Takeaway : </a:t>
            </a:r>
            <a:r>
              <a:rPr lang="en-US" sz="1200" err="1">
                <a:solidFill>
                  <a:srgbClr val="0070C0"/>
                </a:solidFill>
              </a:rPr>
              <a:t>SkyportCare</a:t>
            </a:r>
            <a:r>
              <a:rPr lang="en-US" sz="1200">
                <a:solidFill>
                  <a:srgbClr val="0070C0"/>
                </a:solidFill>
              </a:rPr>
              <a:t> enables dealers to scale trust and service profitably.</a:t>
            </a:r>
          </a:p>
        </p:txBody>
      </p:sp>
    </p:spTree>
    <p:extLst>
      <p:ext uri="{BB962C8B-B14F-4D97-AF65-F5344CB8AC3E}">
        <p14:creationId xmlns:p14="http://schemas.microsoft.com/office/powerpoint/2010/main" val="8353308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67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5&quot;&gt;&lt;elem m_fUsage=&quot;3.43900000000000005684E+00&quot;&gt;&lt;m_msothmcolidx val=&quot;0&quot;/&gt;&lt;m_rgb r=&quot;53&quot; g=&quot;C3&quot; b=&quot;F0&quot;/&gt;&lt;/elem&gt;&lt;elem m_fUsage=&quot;2.22425421214816010362E+00&quot;&gt;&lt;m_msothmcolidx val=&quot;0&quot;/&gt;&lt;m_rgb r=&quot;B7&quot; g=&quot;E1&quot; b=&quot;FF&quot;/&gt;&lt;/elem&gt;&lt;elem m_fUsage=&quot;1.64825843488185030949E+00&quot;&gt;&lt;m_msothmcolidx val=&quot;0&quot;/&gt;&lt;m_rgb r=&quot;55&quot; g=&quot;8E&quot; b=&quot;D5&quot;/&gt;&lt;/elem&gt;&lt;elem m_fUsage=&quot;6.56100000000000127542E-01&quot;&gt;&lt;m_msothmcolidx val=&quot;0&quot;/&gt;&lt;m_rgb r=&quot;2E&quot; g=&quot;79&quot; b=&quot;F5&quot;/&gt;&lt;/elem&gt;&lt;elem m_fUsage=&quot;5.31441000000000163261E-01&quot;&gt;&lt;m_msothmcolidx val=&quot;0&quot;/&gt;&lt;m_rgb r=&quot;7F&quot; g=&quot;7F&quot; b=&quot;7F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97E0"/>
        </a:solidFill>
        <a:ln>
          <a:solidFill>
            <a:srgbClr val="0097E0"/>
          </a:solidFill>
        </a:ln>
      </a:spPr>
      <a:bodyPr rtlCol="0" anchor="ctr"/>
      <a:lstStyle>
        <a:defPPr algn="ctr">
          <a:defRPr kumimoji="1" sz="1400" dirty="0">
            <a:solidFill>
              <a:srgbClr val="000000"/>
            </a:solidFill>
            <a:latin typeface="メイリオ" panose="020B0604030504040204" pitchFamily="50" charset="-128"/>
            <a:ea typeface="メイリオ" panose="020B0604030504040204" pitchFamily="50" charset="-128"/>
            <a:cs typeface="メイリオ" panose="020B0604030504040204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kumimoji="1" sz="1600" dirty="0" smtClean="0">
            <a:solidFill>
              <a:srgbClr val="000000"/>
            </a:solidFill>
            <a:latin typeface="メイリオ" panose="020B0604030504040204" pitchFamily="50" charset="-128"/>
            <a:ea typeface="メイリオ" panose="020B0604030504040204" pitchFamily="50" charset="-128"/>
            <a:cs typeface="メイリオ" panose="020B0604030504040204" pitchFamily="50" charset="-128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bla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97E0"/>
        </a:solidFill>
        <a:ln>
          <a:solidFill>
            <a:srgbClr val="0097E0"/>
          </a:solidFill>
        </a:ln>
      </a:spPr>
      <a:bodyPr rtlCol="0" anchor="ctr"/>
      <a:lstStyle>
        <a:defPPr algn="ctr">
          <a:defRPr kumimoji="1" sz="1400" dirty="0">
            <a:solidFill>
              <a:srgbClr val="000000"/>
            </a:solidFill>
            <a:latin typeface="メイリオ" panose="020B0604030504040204" pitchFamily="50" charset="-128"/>
            <a:ea typeface="メイリオ" panose="020B0604030504040204" pitchFamily="50" charset="-128"/>
            <a:cs typeface="メイリオ" panose="020B0604030504040204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kumimoji="1" sz="1600" dirty="0" smtClean="0">
            <a:solidFill>
              <a:srgbClr val="000000"/>
            </a:solidFill>
            <a:latin typeface="メイリオ" panose="020B0604030504040204" pitchFamily="50" charset="-128"/>
            <a:ea typeface="メイリオ" panose="020B0604030504040204" pitchFamily="50" charset="-128"/>
            <a:cs typeface="メイリオ" panose="020B0604030504040204" pitchFamily="50" charset="-128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bla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97E0"/>
        </a:solidFill>
        <a:ln>
          <a:solidFill>
            <a:srgbClr val="0097E0"/>
          </a:solidFill>
        </a:ln>
      </a:spPr>
      <a:bodyPr rtlCol="0" anchor="ctr"/>
      <a:lstStyle>
        <a:defPPr algn="ctr">
          <a:defRPr kumimoji="1" sz="1400" dirty="0">
            <a:solidFill>
              <a:srgbClr val="000000"/>
            </a:solidFill>
            <a:latin typeface="メイリオ" panose="020B0604030504040204" pitchFamily="50" charset="-128"/>
            <a:ea typeface="メイリオ" panose="020B0604030504040204" pitchFamily="50" charset="-128"/>
            <a:cs typeface="メイリオ" panose="020B0604030504040204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kumimoji="1" sz="1600" dirty="0" smtClean="0">
            <a:solidFill>
              <a:srgbClr val="000000"/>
            </a:solidFill>
            <a:latin typeface="メイリオ" panose="020B0604030504040204" pitchFamily="50" charset="-128"/>
            <a:ea typeface="メイリオ" panose="020B0604030504040204" pitchFamily="50" charset="-128"/>
            <a:cs typeface="メイリオ" panose="020B0604030504040204" pitchFamily="50" charset="-128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e744c6e-6147-4ed0-b96d-7fc42b881aff">
      <Terms xmlns="http://schemas.microsoft.com/office/infopath/2007/PartnerControls"/>
    </lcf76f155ced4ddcb4097134ff3c332f>
    <TaxCatchAll xmlns="5111544e-1a0d-4090-8723-d996d288cb2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9D7229E73DE040A0CE294AA6D4A9A3" ma:contentTypeVersion="14" ma:contentTypeDescription="Create a new document." ma:contentTypeScope="" ma:versionID="bd0cc2578a2f28f2088ebeb05ba89467">
  <xsd:schema xmlns:xsd="http://www.w3.org/2001/XMLSchema" xmlns:xs="http://www.w3.org/2001/XMLSchema" xmlns:p="http://schemas.microsoft.com/office/2006/metadata/properties" xmlns:ns2="2e744c6e-6147-4ed0-b96d-7fc42b881aff" xmlns:ns3="5111544e-1a0d-4090-8723-d996d288cb21" targetNamespace="http://schemas.microsoft.com/office/2006/metadata/properties" ma:root="true" ma:fieldsID="7c98bd85915cac6da383314a5388ffb5" ns2:_="" ns3:_="">
    <xsd:import namespace="2e744c6e-6147-4ed0-b96d-7fc42b881aff"/>
    <xsd:import namespace="5111544e-1a0d-4090-8723-d996d288cb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744c6e-6147-4ed0-b96d-7fc42b881a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11544e-1a0d-4090-8723-d996d288cb2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dbe87de-98f3-4298-a331-d3c11f01a0d8}" ma:internalName="TaxCatchAll" ma:showField="CatchAllData" ma:web="5111544e-1a0d-4090-8723-d996d288cb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F60205A-0AA4-432E-81AE-75749C8535DE}">
  <ds:schemaRefs>
    <ds:schemaRef ds:uri="2e744c6e-6147-4ed0-b96d-7fc42b881aff"/>
    <ds:schemaRef ds:uri="5111544e-1a0d-4090-8723-d996d288cb2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4527CC9-5FF4-4AF0-A47A-2361BE30155F}">
  <ds:schemaRefs>
    <ds:schemaRef ds:uri="2e744c6e-6147-4ed0-b96d-7fc42b881aff"/>
    <ds:schemaRef ds:uri="5111544e-1a0d-4090-8723-d996d288cb2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24FF60D-105B-4280-AE1C-B6B6AFEEE58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3679</Words>
  <Application>Microsoft Macintosh PowerPoint</Application>
  <PresentationFormat>On-screen Show (4:3)</PresentationFormat>
  <Paragraphs>439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Meiryo</vt:lpstr>
      <vt:lpstr>Meiryo</vt:lpstr>
      <vt:lpstr>游ゴシック</vt:lpstr>
      <vt:lpstr>Arial</vt:lpstr>
      <vt:lpstr>Calibri</vt:lpstr>
      <vt:lpstr>Wingdings</vt:lpstr>
      <vt:lpstr>blank</vt:lpstr>
      <vt:lpstr>2_blank</vt:lpstr>
      <vt:lpstr>1_blank</vt:lpstr>
      <vt:lpstr>Creating the Digital Foundation  for Scalable Growth  Digital Strategy &amp; Operating Playbook</vt:lpstr>
      <vt:lpstr>Creating the Digital Foundation for Scalable Growth</vt:lpstr>
      <vt:lpstr>Defining Digital Ownership and Leverage</vt:lpstr>
      <vt:lpstr>Why Our Current Digital Capabilities Don’t Scale</vt:lpstr>
      <vt:lpstr>The Platform‑Led Shift That Unlocks Long‑Term Value</vt:lpstr>
      <vt:lpstr>Dealer Platform Strategy: One Platform, One Experience</vt:lpstr>
      <vt:lpstr>How the Platform Delivers Consistent, End‑to‑End Dealer Execution</vt:lpstr>
      <vt:lpstr>Homeowner Lifecycle &amp; Engagement Loop (LTV)</vt:lpstr>
      <vt:lpstr>Homeowner Entry Paths: Dealer‑Led and E‑Platform‑Led</vt:lpstr>
      <vt:lpstr>SkyportHome: Always‑On Homeowner Engagement</vt:lpstr>
      <vt:lpstr>SkyportCare: Dealer Execution at Scale</vt:lpstr>
      <vt:lpstr>The E‑Platform Role: Demand Capture and End-to-End Orchestration</vt:lpstr>
      <vt:lpstr>One Platform, Two Surfaces, One Lifecycle</vt:lpstr>
      <vt:lpstr>SkyportEnergy: Home Energy Management and Grid Participation</vt:lpstr>
      <vt:lpstr>How Digital Makes Product Growth Repeatable and Scalable</vt:lpstr>
      <vt:lpstr>Appendix</vt:lpstr>
      <vt:lpstr>Appendix A — Digital Tool Landscape </vt:lpstr>
      <vt:lpstr>Appendix B — App &amp; Service Capability Depth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Nihon Translation Center</dc:creator>
  <cp:lastModifiedBy>Ganesan, Vish</cp:lastModifiedBy>
  <cp:revision>1</cp:revision>
  <cp:lastPrinted>2025-03-19T06:20:40Z</cp:lastPrinted>
  <dcterms:created xsi:type="dcterms:W3CDTF">2018-04-12T08:35:44Z</dcterms:created>
  <dcterms:modified xsi:type="dcterms:W3CDTF">2026-03-11T12:50:20Z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0x0101001B9D7229E73DE040A0CE294AA6D4A9A3</vt:lpwstr>
  </property>
  <property fmtid="{D5CDD505-2E9C-101B-9397-08002B2CF9AE}" pid="3" name="MSIP_Label_0e815a84-bb14-486b-9367-c1af54c95fa4_Enabled">
    <vt:lpwstr>true</vt:lpwstr>
  </property>
  <property fmtid="{D5CDD505-2E9C-101B-9397-08002B2CF9AE}" pid="4" name="MSIP_Label_0e815a84-bb14-486b-9367-c1af54c95fa4_SetDate">
    <vt:lpwstr>2023-09-29T03:47:08Z</vt:lpwstr>
  </property>
  <property fmtid="{D5CDD505-2E9C-101B-9397-08002B2CF9AE}" pid="5" name="MSIP_Label_0e815a84-bb14-486b-9367-c1af54c95fa4_Method">
    <vt:lpwstr>Standard</vt:lpwstr>
  </property>
  <property fmtid="{D5CDD505-2E9C-101B-9397-08002B2CF9AE}" pid="6" name="MSIP_Label_0e815a84-bb14-486b-9367-c1af54c95fa4_Name">
    <vt:lpwstr>Standard</vt:lpwstr>
  </property>
  <property fmtid="{D5CDD505-2E9C-101B-9397-08002B2CF9AE}" pid="7" name="MSIP_Label_0e815a84-bb14-486b-9367-c1af54c95fa4_SiteId">
    <vt:lpwstr>5dc645ed-297f-4dca-b0af-2339c71c5388</vt:lpwstr>
  </property>
  <property fmtid="{D5CDD505-2E9C-101B-9397-08002B2CF9AE}" pid="8" name="MSIP_Label_0e815a84-bb14-486b-9367-c1af54c95fa4_ActionId">
    <vt:lpwstr>49e48d07-17e4-4b8f-9f57-3c547780e6bc</vt:lpwstr>
  </property>
  <property fmtid="{D5CDD505-2E9C-101B-9397-08002B2CF9AE}" pid="9" name="MSIP_Label_0e815a84-bb14-486b-9367-c1af54c95fa4_ContentBits">
    <vt:lpwstr>0</vt:lpwstr>
  </property>
  <property fmtid="{D5CDD505-2E9C-101B-9397-08002B2CF9AE}" pid="10" name="MediaServiceImageTags">
    <vt:lpwstr/>
  </property>
</Properties>
</file>